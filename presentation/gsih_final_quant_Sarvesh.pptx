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39" r:id="rId2"/>
    <p:sldId id="332" r:id="rId3"/>
    <p:sldId id="335" r:id="rId4"/>
    <p:sldId id="33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25D1D86D-C874-48DA-8F1A-36D4CA299564}">
          <p14:sldIdLst>
            <p14:sldId id="339"/>
          </p14:sldIdLst>
        </p14:section>
        <p14:section name="begin" id="{9FBF1BAA-75EC-44B9-9038-4D8EDA72D6D5}">
          <p14:sldIdLst>
            <p14:sldId id="332"/>
            <p14:sldId id="335"/>
            <p14:sldId id="3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5380"/>
    <a:srgbClr val="153553"/>
    <a:srgbClr val="183C5C"/>
    <a:srgbClr val="112B43"/>
    <a:srgbClr val="302C6A"/>
    <a:srgbClr val="372282"/>
    <a:srgbClr val="F1F7BC"/>
    <a:srgbClr val="EEFE54"/>
    <a:srgbClr val="F4AEE5"/>
    <a:srgbClr val="F9E1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6F5D79-9B87-D24B-89F0-419BAF6A2590}" v="1" dt="2026-06-15T14:52:53.448"/>
    <p1510:client id="{3391FA27-707D-A9A2-AA3F-97208F57BA10}" v="1" dt="2026-06-15T05:33:18.744"/>
    <p1510:client id="{98605DF6-3CAB-97EB-685F-A057F77DF453}" v="14" dt="2026-06-15T14:48:53.785"/>
    <p1510:client id="{ABE501C4-82D6-4F77-9836-930E5D0AAB1A}" v="2741" dt="2026-06-15T16:04:28.7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vesh Joshi" userId="967974f4937ce335" providerId="LiveId" clId="{82D24E87-E234-4743-91AA-88A7C6A45B24}"/>
    <pc:docChg chg="undo redo custSel addSld delSld modSld sldOrd addSection delSection modSection">
      <pc:chgData name="Sarvesh Joshi" userId="967974f4937ce335" providerId="LiveId" clId="{82D24E87-E234-4743-91AA-88A7C6A45B24}" dt="2026-06-15T16:04:46.194" v="14070" actId="6549"/>
      <pc:docMkLst>
        <pc:docMk/>
      </pc:docMkLst>
      <pc:sldChg chg="addSp modSp del mod modAnim">
        <pc:chgData name="Sarvesh Joshi" userId="967974f4937ce335" providerId="LiveId" clId="{82D24E87-E234-4743-91AA-88A7C6A45B24}" dt="2026-06-15T13:31:25.646" v="11705" actId="47"/>
        <pc:sldMkLst>
          <pc:docMk/>
          <pc:sldMk cId="3534710116" sldId="321"/>
        </pc:sldMkLst>
        <pc:spChg chg="mod">
          <ac:chgData name="Sarvesh Joshi" userId="967974f4937ce335" providerId="LiveId" clId="{82D24E87-E234-4743-91AA-88A7C6A45B24}" dt="2026-06-14T09:46:01.203" v="5045" actId="164"/>
          <ac:spMkLst>
            <pc:docMk/>
            <pc:sldMk cId="3534710116" sldId="321"/>
            <ac:spMk id="8" creationId="{5ED32252-93AC-D371-2B38-2B7674C2980B}"/>
          </ac:spMkLst>
        </pc:spChg>
        <pc:spChg chg="mod">
          <ac:chgData name="Sarvesh Joshi" userId="967974f4937ce335" providerId="LiveId" clId="{82D24E87-E234-4743-91AA-88A7C6A45B24}" dt="2026-06-14T09:46:04.288" v="5046" actId="164"/>
          <ac:spMkLst>
            <pc:docMk/>
            <pc:sldMk cId="3534710116" sldId="321"/>
            <ac:spMk id="10" creationId="{0E7CAFEA-9A72-1446-ED61-9B824123C5A6}"/>
          </ac:spMkLst>
        </pc:spChg>
        <pc:spChg chg="mod">
          <ac:chgData name="Sarvesh Joshi" userId="967974f4937ce335" providerId="LiveId" clId="{82D24E87-E234-4743-91AA-88A7C6A45B24}" dt="2026-06-14T09:46:06.702" v="5047" actId="164"/>
          <ac:spMkLst>
            <pc:docMk/>
            <pc:sldMk cId="3534710116" sldId="321"/>
            <ac:spMk id="12" creationId="{EAEF7478-59B0-C7ED-D8FB-0DFD8611F9CD}"/>
          </ac:spMkLst>
        </pc:spChg>
        <pc:spChg chg="mod">
          <ac:chgData name="Sarvesh Joshi" userId="967974f4937ce335" providerId="LiveId" clId="{82D24E87-E234-4743-91AA-88A7C6A45B24}" dt="2026-06-14T09:46:09.243" v="5048" actId="164"/>
          <ac:spMkLst>
            <pc:docMk/>
            <pc:sldMk cId="3534710116" sldId="321"/>
            <ac:spMk id="14" creationId="{6ADCAA6C-D560-D2D9-0840-DA92F2C0E55E}"/>
          </ac:spMkLst>
        </pc:spChg>
        <pc:spChg chg="mod">
          <ac:chgData name="Sarvesh Joshi" userId="967974f4937ce335" providerId="LiveId" clId="{82D24E87-E234-4743-91AA-88A7C6A45B24}" dt="2026-06-14T09:46:32.926" v="5050"/>
          <ac:spMkLst>
            <pc:docMk/>
            <pc:sldMk cId="3534710116" sldId="321"/>
            <ac:spMk id="18" creationId="{F3FDA05A-CF55-FFDF-7B87-634DBCB70281}"/>
          </ac:spMkLst>
        </pc:spChg>
        <pc:spChg chg="mod">
          <ac:chgData name="Sarvesh Joshi" userId="967974f4937ce335" providerId="LiveId" clId="{82D24E87-E234-4743-91AA-88A7C6A45B24}" dt="2026-06-14T09:46:32.926" v="5050"/>
          <ac:spMkLst>
            <pc:docMk/>
            <pc:sldMk cId="3534710116" sldId="321"/>
            <ac:spMk id="19" creationId="{3770DA4A-360E-B883-06C5-F08A9BB0BBA9}"/>
          </ac:spMkLst>
        </pc:spChg>
        <pc:spChg chg="mod">
          <ac:chgData name="Sarvesh Joshi" userId="967974f4937ce335" providerId="LiveId" clId="{82D24E87-E234-4743-91AA-88A7C6A45B24}" dt="2026-06-14T09:46:41.377" v="5051"/>
          <ac:spMkLst>
            <pc:docMk/>
            <pc:sldMk cId="3534710116" sldId="321"/>
            <ac:spMk id="21" creationId="{DA074C1B-4F96-867D-C490-41CFA18A8B90}"/>
          </ac:spMkLst>
        </pc:spChg>
        <pc:spChg chg="mod">
          <ac:chgData name="Sarvesh Joshi" userId="967974f4937ce335" providerId="LiveId" clId="{82D24E87-E234-4743-91AA-88A7C6A45B24}" dt="2026-06-14T09:46:41.377" v="5051"/>
          <ac:spMkLst>
            <pc:docMk/>
            <pc:sldMk cId="3534710116" sldId="321"/>
            <ac:spMk id="22" creationId="{54284695-0147-B376-B025-D4AA1ACCC55B}"/>
          </ac:spMkLst>
        </pc:spChg>
        <pc:spChg chg="mod">
          <ac:chgData name="Sarvesh Joshi" userId="967974f4937ce335" providerId="LiveId" clId="{82D24E87-E234-4743-91AA-88A7C6A45B24}" dt="2026-06-14T09:45:48.464" v="5042" actId="164"/>
          <ac:spMkLst>
            <pc:docMk/>
            <pc:sldMk cId="3534710116" sldId="321"/>
            <ac:spMk id="401" creationId="{00000000-0000-0000-0000-000000000000}"/>
          </ac:spMkLst>
        </pc:spChg>
        <pc:spChg chg="mod">
          <ac:chgData name="Sarvesh Joshi" userId="967974f4937ce335" providerId="LiveId" clId="{82D24E87-E234-4743-91AA-88A7C6A45B24}" dt="2026-06-14T09:45:48.464" v="5042" actId="164"/>
          <ac:spMkLst>
            <pc:docMk/>
            <pc:sldMk cId="3534710116" sldId="321"/>
            <ac:spMk id="402" creationId="{00000000-0000-0000-0000-000000000000}"/>
          </ac:spMkLst>
        </pc:spChg>
        <pc:spChg chg="mod">
          <ac:chgData name="Sarvesh Joshi" userId="967974f4937ce335" providerId="LiveId" clId="{82D24E87-E234-4743-91AA-88A7C6A45B24}" dt="2026-06-14T09:46:01.203" v="5045" actId="164"/>
          <ac:spMkLst>
            <pc:docMk/>
            <pc:sldMk cId="3534710116" sldId="321"/>
            <ac:spMk id="405" creationId="{00000000-0000-0000-0000-000000000000}"/>
          </ac:spMkLst>
        </pc:spChg>
        <pc:spChg chg="mod">
          <ac:chgData name="Sarvesh Joshi" userId="967974f4937ce335" providerId="LiveId" clId="{82D24E87-E234-4743-91AA-88A7C6A45B24}" dt="2026-06-14T09:46:04.288" v="5046" actId="164"/>
          <ac:spMkLst>
            <pc:docMk/>
            <pc:sldMk cId="3534710116" sldId="321"/>
            <ac:spMk id="408" creationId="{00000000-0000-0000-0000-000000000000}"/>
          </ac:spMkLst>
        </pc:spChg>
        <pc:spChg chg="mod">
          <ac:chgData name="Sarvesh Joshi" userId="967974f4937ce335" providerId="LiveId" clId="{82D24E87-E234-4743-91AA-88A7C6A45B24}" dt="2026-06-14T09:46:06.702" v="5047" actId="164"/>
          <ac:spMkLst>
            <pc:docMk/>
            <pc:sldMk cId="3534710116" sldId="321"/>
            <ac:spMk id="411" creationId="{00000000-0000-0000-0000-000000000000}"/>
          </ac:spMkLst>
        </pc:spChg>
        <pc:spChg chg="mod">
          <ac:chgData name="Sarvesh Joshi" userId="967974f4937ce335" providerId="LiveId" clId="{82D24E87-E234-4743-91AA-88A7C6A45B24}" dt="2026-06-14T09:46:09.243" v="5048" actId="164"/>
          <ac:spMkLst>
            <pc:docMk/>
            <pc:sldMk cId="3534710116" sldId="321"/>
            <ac:spMk id="414" creationId="{00000000-0000-0000-0000-000000000000}"/>
          </ac:spMkLst>
        </pc:spChg>
        <pc:spChg chg="mod">
          <ac:chgData name="Sarvesh Joshi" userId="967974f4937ce335" providerId="LiveId" clId="{82D24E87-E234-4743-91AA-88A7C6A45B24}" dt="2026-06-14T09:43:10.662" v="5015" actId="164"/>
          <ac:spMkLst>
            <pc:docMk/>
            <pc:sldMk cId="3534710116" sldId="321"/>
            <ac:spMk id="910" creationId="{00000000-0000-0000-0000-000000000000}"/>
          </ac:spMkLst>
        </pc:spChg>
        <pc:spChg chg="mod">
          <ac:chgData name="Sarvesh Joshi" userId="967974f4937ce335" providerId="LiveId" clId="{82D24E87-E234-4743-91AA-88A7C6A45B24}" dt="2026-06-14T09:43:10.662" v="5015" actId="164"/>
          <ac:spMkLst>
            <pc:docMk/>
            <pc:sldMk cId="3534710116" sldId="321"/>
            <ac:spMk id="911" creationId="{00000000-0000-0000-0000-000000000000}"/>
          </ac:spMkLst>
        </pc:spChg>
        <pc:spChg chg="mod">
          <ac:chgData name="Sarvesh Joshi" userId="967974f4937ce335" providerId="LiveId" clId="{82D24E87-E234-4743-91AA-88A7C6A45B24}" dt="2026-06-14T09:43:10.662" v="5015" actId="164"/>
          <ac:spMkLst>
            <pc:docMk/>
            <pc:sldMk cId="3534710116" sldId="321"/>
            <ac:spMk id="912" creationId="{00000000-0000-0000-0000-000000000000}"/>
          </ac:spMkLst>
        </pc:spChg>
        <pc:spChg chg="mod">
          <ac:chgData name="Sarvesh Joshi" userId="967974f4937ce335" providerId="LiveId" clId="{82D24E87-E234-4743-91AA-88A7C6A45B24}" dt="2026-06-14T09:43:10.662" v="5015" actId="164"/>
          <ac:spMkLst>
            <pc:docMk/>
            <pc:sldMk cId="3534710116" sldId="321"/>
            <ac:spMk id="913" creationId="{00000000-0000-0000-0000-000000000000}"/>
          </ac:spMkLst>
        </pc:spChg>
        <pc:spChg chg="mod">
          <ac:chgData name="Sarvesh Joshi" userId="967974f4937ce335" providerId="LiveId" clId="{82D24E87-E234-4743-91AA-88A7C6A45B24}" dt="2026-06-14T09:43:10.662" v="5015" actId="164"/>
          <ac:spMkLst>
            <pc:docMk/>
            <pc:sldMk cId="3534710116" sldId="321"/>
            <ac:spMk id="914" creationId="{00000000-0000-0000-0000-000000000000}"/>
          </ac:spMkLst>
        </pc:spChg>
        <pc:grpChg chg="add mod">
          <ac:chgData name="Sarvesh Joshi" userId="967974f4937ce335" providerId="LiveId" clId="{82D24E87-E234-4743-91AA-88A7C6A45B24}" dt="2026-06-14T09:43:10.662" v="5015" actId="164"/>
          <ac:grpSpMkLst>
            <pc:docMk/>
            <pc:sldMk cId="3534710116" sldId="321"/>
            <ac:grpSpMk id="6" creationId="{57AFD92B-8879-D7D6-6D64-B525ED4EE856}"/>
          </ac:grpSpMkLst>
        </pc:grpChg>
        <pc:grpChg chg="add mod">
          <ac:chgData name="Sarvesh Joshi" userId="967974f4937ce335" providerId="LiveId" clId="{82D24E87-E234-4743-91AA-88A7C6A45B24}" dt="2026-06-14T09:45:48.464" v="5042" actId="164"/>
          <ac:grpSpMkLst>
            <pc:docMk/>
            <pc:sldMk cId="3534710116" sldId="321"/>
            <ac:grpSpMk id="9" creationId="{8C09798A-6098-AC3E-61B5-2C746AF70394}"/>
          </ac:grpSpMkLst>
        </pc:grpChg>
        <pc:grpChg chg="add mod">
          <ac:chgData name="Sarvesh Joshi" userId="967974f4937ce335" providerId="LiveId" clId="{82D24E87-E234-4743-91AA-88A7C6A45B24}" dt="2026-06-14T09:46:01.203" v="5045" actId="164"/>
          <ac:grpSpMkLst>
            <pc:docMk/>
            <pc:sldMk cId="3534710116" sldId="321"/>
            <ac:grpSpMk id="11" creationId="{9A8FFD4E-0E04-5335-3F25-069F9D48B7B1}"/>
          </ac:grpSpMkLst>
        </pc:grpChg>
        <pc:grpChg chg="add mod">
          <ac:chgData name="Sarvesh Joshi" userId="967974f4937ce335" providerId="LiveId" clId="{82D24E87-E234-4743-91AA-88A7C6A45B24}" dt="2026-06-14T09:46:04.288" v="5046" actId="164"/>
          <ac:grpSpMkLst>
            <pc:docMk/>
            <pc:sldMk cId="3534710116" sldId="321"/>
            <ac:grpSpMk id="13" creationId="{4A4971E8-196E-225E-DC73-2ECA4F9C14A3}"/>
          </ac:grpSpMkLst>
        </pc:grpChg>
        <pc:grpChg chg="add mod">
          <ac:chgData name="Sarvesh Joshi" userId="967974f4937ce335" providerId="LiveId" clId="{82D24E87-E234-4743-91AA-88A7C6A45B24}" dt="2026-06-14T09:46:06.702" v="5047" actId="164"/>
          <ac:grpSpMkLst>
            <pc:docMk/>
            <pc:sldMk cId="3534710116" sldId="321"/>
            <ac:grpSpMk id="15" creationId="{04AF3395-7281-B8F1-4211-A7624CF9F276}"/>
          </ac:grpSpMkLst>
        </pc:grpChg>
        <pc:grpChg chg="add mod">
          <ac:chgData name="Sarvesh Joshi" userId="967974f4937ce335" providerId="LiveId" clId="{82D24E87-E234-4743-91AA-88A7C6A45B24}" dt="2026-06-14T09:46:09.243" v="5048" actId="164"/>
          <ac:grpSpMkLst>
            <pc:docMk/>
            <pc:sldMk cId="3534710116" sldId="321"/>
            <ac:grpSpMk id="16" creationId="{4E7EDAA9-5169-88C1-531E-E31E47B6D39B}"/>
          </ac:grpSpMkLst>
        </pc:grpChg>
        <pc:grpChg chg="add mod">
          <ac:chgData name="Sarvesh Joshi" userId="967974f4937ce335" providerId="LiveId" clId="{82D24E87-E234-4743-91AA-88A7C6A45B24}" dt="2026-06-14T09:46:32.926" v="5050"/>
          <ac:grpSpMkLst>
            <pc:docMk/>
            <pc:sldMk cId="3534710116" sldId="321"/>
            <ac:grpSpMk id="17" creationId="{1D6AC612-3653-0748-A823-443B34B0FA5E}"/>
          </ac:grpSpMkLst>
        </pc:grpChg>
        <pc:grpChg chg="add mod">
          <ac:chgData name="Sarvesh Joshi" userId="967974f4937ce335" providerId="LiveId" clId="{82D24E87-E234-4743-91AA-88A7C6A45B24}" dt="2026-06-14T09:46:41.377" v="5051"/>
          <ac:grpSpMkLst>
            <pc:docMk/>
            <pc:sldMk cId="3534710116" sldId="321"/>
            <ac:grpSpMk id="20" creationId="{B3426440-B669-E4B4-6689-39089788E4F4}"/>
          </ac:grpSpMkLst>
        </pc:grpChg>
      </pc:sldChg>
      <pc:sldChg chg="addSp delSp modSp new add del mod ord modTransition setBg addAnim delAnim modAnim">
        <pc:chgData name="Sarvesh Joshi" userId="967974f4937ce335" providerId="LiveId" clId="{82D24E87-E234-4743-91AA-88A7C6A45B24}" dt="2026-06-15T13:31:26.693" v="11706" actId="47"/>
        <pc:sldMkLst>
          <pc:docMk/>
          <pc:sldMk cId="843578622" sldId="322"/>
        </pc:sldMkLst>
      </pc:sldChg>
      <pc:sldChg chg="addSp delSp modSp new del mod modTransition setBg">
        <pc:chgData name="Sarvesh Joshi" userId="967974f4937ce335" providerId="LiveId" clId="{82D24E87-E234-4743-91AA-88A7C6A45B24}" dt="2026-06-15T13:31:28.154" v="11708" actId="47"/>
        <pc:sldMkLst>
          <pc:docMk/>
          <pc:sldMk cId="4140108613" sldId="323"/>
        </pc:sldMkLst>
      </pc:sldChg>
      <pc:sldChg chg="addSp delSp modSp new del mod modTransition setBg">
        <pc:chgData name="Sarvesh Joshi" userId="967974f4937ce335" providerId="LiveId" clId="{82D24E87-E234-4743-91AA-88A7C6A45B24}" dt="2026-06-14T10:07:35.088" v="5455" actId="47"/>
        <pc:sldMkLst>
          <pc:docMk/>
          <pc:sldMk cId="296485791" sldId="324"/>
        </pc:sldMkLst>
      </pc:sldChg>
      <pc:sldChg chg="addSp delSp modSp add del mod ord setBg">
        <pc:chgData name="Sarvesh Joshi" userId="967974f4937ce335" providerId="LiveId" clId="{82D24E87-E234-4743-91AA-88A7C6A45B24}" dt="2026-06-14T10:07:46.466" v="5456" actId="47"/>
        <pc:sldMkLst>
          <pc:docMk/>
          <pc:sldMk cId="1555251758" sldId="325"/>
        </pc:sldMkLst>
      </pc:sldChg>
      <pc:sldChg chg="addSp delSp modSp add del mod delAnim modAnim">
        <pc:chgData name="Sarvesh Joshi" userId="967974f4937ce335" providerId="LiveId" clId="{82D24E87-E234-4743-91AA-88A7C6A45B24}" dt="2026-06-15T13:31:27.325" v="11707" actId="47"/>
        <pc:sldMkLst>
          <pc:docMk/>
          <pc:sldMk cId="145179761" sldId="326"/>
        </pc:sldMkLst>
        <pc:spChg chg="mod">
          <ac:chgData name="Sarvesh Joshi" userId="967974f4937ce335" providerId="LiveId" clId="{82D24E87-E234-4743-91AA-88A7C6A45B24}" dt="2026-06-14T06:19:44.500" v="4007" actId="207"/>
          <ac:spMkLst>
            <pc:docMk/>
            <pc:sldMk cId="145179761" sldId="326"/>
            <ac:spMk id="29" creationId="{BAA79CDE-A69C-C086-7F0A-58500F631BF1}"/>
          </ac:spMkLst>
        </pc:spChg>
        <pc:spChg chg="mod">
          <ac:chgData name="Sarvesh Joshi" userId="967974f4937ce335" providerId="LiveId" clId="{82D24E87-E234-4743-91AA-88A7C6A45B24}" dt="2026-06-14T06:19:44.143" v="4006" actId="207"/>
          <ac:spMkLst>
            <pc:docMk/>
            <pc:sldMk cId="145179761" sldId="326"/>
            <ac:spMk id="30" creationId="{474CD442-AE71-6351-9F8F-598E366EC201}"/>
          </ac:spMkLst>
        </pc:spChg>
        <pc:spChg chg="mod">
          <ac:chgData name="Sarvesh Joshi" userId="967974f4937ce335" providerId="LiveId" clId="{82D24E87-E234-4743-91AA-88A7C6A45B24}" dt="2026-06-14T06:08:01.244" v="3961" actId="1076"/>
          <ac:spMkLst>
            <pc:docMk/>
            <pc:sldMk cId="145179761" sldId="326"/>
            <ac:spMk id="83" creationId="{A5D511E3-1BFA-5DCF-3CFF-5CE6510B019B}"/>
          </ac:spMkLst>
        </pc:spChg>
        <pc:spChg chg="mod">
          <ac:chgData name="Sarvesh Joshi" userId="967974f4937ce335" providerId="LiveId" clId="{82D24E87-E234-4743-91AA-88A7C6A45B24}" dt="2026-06-14T06:08:07.258" v="3962" actId="1076"/>
          <ac:spMkLst>
            <pc:docMk/>
            <pc:sldMk cId="145179761" sldId="326"/>
            <ac:spMk id="112" creationId="{4B601355-AF9A-1454-0BA9-FDB0D2ADEDF5}"/>
          </ac:spMkLst>
        </pc:spChg>
        <pc:spChg chg="mod">
          <ac:chgData name="Sarvesh Joshi" userId="967974f4937ce335" providerId="LiveId" clId="{82D24E87-E234-4743-91AA-88A7C6A45B24}" dt="2026-06-14T06:08:44.730" v="3964" actId="1076"/>
          <ac:spMkLst>
            <pc:docMk/>
            <pc:sldMk cId="145179761" sldId="326"/>
            <ac:spMk id="116" creationId="{244D4970-FD3A-B83E-BA69-2C108C9C09CA}"/>
          </ac:spMkLst>
        </pc:spChg>
        <pc:spChg chg="mod">
          <ac:chgData name="Sarvesh Joshi" userId="967974f4937ce335" providerId="LiveId" clId="{82D24E87-E234-4743-91AA-88A7C6A45B24}" dt="2026-06-14T06:09:27.147" v="3971" actId="1076"/>
          <ac:spMkLst>
            <pc:docMk/>
            <pc:sldMk cId="145179761" sldId="326"/>
            <ac:spMk id="119" creationId="{9EFB7E86-7C11-3F33-5778-A61FBE8B2A6F}"/>
          </ac:spMkLst>
        </pc:spChg>
        <pc:spChg chg="mod">
          <ac:chgData name="Sarvesh Joshi" userId="967974f4937ce335" providerId="LiveId" clId="{82D24E87-E234-4743-91AA-88A7C6A45B24}" dt="2026-06-14T06:14:26.742" v="3996" actId="1076"/>
          <ac:spMkLst>
            <pc:docMk/>
            <pc:sldMk cId="145179761" sldId="326"/>
            <ac:spMk id="123" creationId="{7BE17AAE-F14E-B152-F8EC-1C9FD9748F61}"/>
          </ac:spMkLst>
        </pc:spChg>
        <pc:spChg chg="mod">
          <ac:chgData name="Sarvesh Joshi" userId="967974f4937ce335" providerId="LiveId" clId="{82D24E87-E234-4743-91AA-88A7C6A45B24}" dt="2026-06-14T06:14:22.379" v="3995" actId="1076"/>
          <ac:spMkLst>
            <pc:docMk/>
            <pc:sldMk cId="145179761" sldId="326"/>
            <ac:spMk id="124" creationId="{93641DBB-8CB9-DAD6-0DBE-DB7ABB1DB64E}"/>
          </ac:spMkLst>
        </pc:spChg>
        <pc:spChg chg="mod">
          <ac:chgData name="Sarvesh Joshi" userId="967974f4937ce335" providerId="LiveId" clId="{82D24E87-E234-4743-91AA-88A7C6A45B24}" dt="2026-06-14T06:14:14.469" v="3993" actId="1076"/>
          <ac:spMkLst>
            <pc:docMk/>
            <pc:sldMk cId="145179761" sldId="326"/>
            <ac:spMk id="126" creationId="{70AD0F90-1C66-9BE0-E7B0-ADBD9070E85B}"/>
          </ac:spMkLst>
        </pc:spChg>
        <pc:spChg chg="mod">
          <ac:chgData name="Sarvesh Joshi" userId="967974f4937ce335" providerId="LiveId" clId="{82D24E87-E234-4743-91AA-88A7C6A45B24}" dt="2026-06-14T06:14:37.693" v="3997" actId="1076"/>
          <ac:spMkLst>
            <pc:docMk/>
            <pc:sldMk cId="145179761" sldId="326"/>
            <ac:spMk id="127" creationId="{B5DF29FF-EE8E-0335-ECEC-427BFEEE9057}"/>
          </ac:spMkLst>
        </pc:spChg>
        <pc:spChg chg="mod">
          <ac:chgData name="Sarvesh Joshi" userId="967974f4937ce335" providerId="LiveId" clId="{82D24E87-E234-4743-91AA-88A7C6A45B24}" dt="2026-06-14T06:09:11.325" v="3968" actId="14100"/>
          <ac:spMkLst>
            <pc:docMk/>
            <pc:sldMk cId="145179761" sldId="326"/>
            <ac:spMk id="138" creationId="{8A8BE5C8-CCCE-C1FC-9984-AA1B8B2C89F9}"/>
          </ac:spMkLst>
        </pc:spChg>
        <pc:spChg chg="mod">
          <ac:chgData name="Sarvesh Joshi" userId="967974f4937ce335" providerId="LiveId" clId="{82D24E87-E234-4743-91AA-88A7C6A45B24}" dt="2026-06-14T06:09:17.104" v="3970" actId="14100"/>
          <ac:spMkLst>
            <pc:docMk/>
            <pc:sldMk cId="145179761" sldId="326"/>
            <ac:spMk id="162" creationId="{173DCDBD-20B8-15E1-2AB7-FC8A34245992}"/>
          </ac:spMkLst>
        </pc:spChg>
        <pc:spChg chg="mod">
          <ac:chgData name="Sarvesh Joshi" userId="967974f4937ce335" providerId="LiveId" clId="{82D24E87-E234-4743-91AA-88A7C6A45B24}" dt="2026-06-14T06:13:33.653" v="3985" actId="14100"/>
          <ac:spMkLst>
            <pc:docMk/>
            <pc:sldMk cId="145179761" sldId="326"/>
            <ac:spMk id="167" creationId="{87B5CA44-EC9D-E015-E2BA-1DD4AA5EE754}"/>
          </ac:spMkLst>
        </pc:spChg>
        <pc:spChg chg="mod">
          <ac:chgData name="Sarvesh Joshi" userId="967974f4937ce335" providerId="LiveId" clId="{82D24E87-E234-4743-91AA-88A7C6A45B24}" dt="2026-06-14T06:10:27.010" v="3975" actId="255"/>
          <ac:spMkLst>
            <pc:docMk/>
            <pc:sldMk cId="145179761" sldId="326"/>
            <ac:spMk id="168" creationId="{6D74864E-0998-72DB-A5F2-38076DAF68C1}"/>
          </ac:spMkLst>
        </pc:spChg>
        <pc:spChg chg="mod">
          <ac:chgData name="Sarvesh Joshi" userId="967974f4937ce335" providerId="LiveId" clId="{82D24E87-E234-4743-91AA-88A7C6A45B24}" dt="2026-06-14T06:10:37.799" v="3977" actId="1076"/>
          <ac:spMkLst>
            <pc:docMk/>
            <pc:sldMk cId="145179761" sldId="326"/>
            <ac:spMk id="172" creationId="{78240370-F43E-6A82-0865-018E5938C792}"/>
          </ac:spMkLst>
        </pc:spChg>
        <pc:spChg chg="mod">
          <ac:chgData name="Sarvesh Joshi" userId="967974f4937ce335" providerId="LiveId" clId="{82D24E87-E234-4743-91AA-88A7C6A45B24}" dt="2026-06-14T06:10:56.880" v="3982" actId="14100"/>
          <ac:spMkLst>
            <pc:docMk/>
            <pc:sldMk cId="145179761" sldId="326"/>
            <ac:spMk id="176" creationId="{DA12BD57-529C-2EFA-A75D-7F9A378B13C2}"/>
          </ac:spMkLst>
        </pc:spChg>
        <pc:grpChg chg="add mod">
          <ac:chgData name="Sarvesh Joshi" userId="967974f4937ce335" providerId="LiveId" clId="{82D24E87-E234-4743-91AA-88A7C6A45B24}" dt="2026-06-14T06:07:40.230" v="3959" actId="1076"/>
          <ac:grpSpMkLst>
            <pc:docMk/>
            <pc:sldMk cId="145179761" sldId="326"/>
            <ac:grpSpMk id="2" creationId="{CDD3B0F8-40F1-9C88-D00B-37CBE7CC14B6}"/>
          </ac:grpSpMkLst>
        </pc:grpChg>
        <pc:grpChg chg="add mod">
          <ac:chgData name="Sarvesh Joshi" userId="967974f4937ce335" providerId="LiveId" clId="{82D24E87-E234-4743-91AA-88A7C6A45B24}" dt="2026-06-14T06:07:49.584" v="3960" actId="1076"/>
          <ac:grpSpMkLst>
            <pc:docMk/>
            <pc:sldMk cId="145179761" sldId="326"/>
            <ac:grpSpMk id="3" creationId="{03CCAE63-6037-9D33-AC02-1C09D90E785E}"/>
          </ac:grpSpMkLst>
        </pc:grpChg>
        <pc:grpChg chg="add mod ord">
          <ac:chgData name="Sarvesh Joshi" userId="967974f4937ce335" providerId="LiveId" clId="{82D24E87-E234-4743-91AA-88A7C6A45B24}" dt="2026-06-14T06:13:58.372" v="3990" actId="1076"/>
          <ac:grpSpMkLst>
            <pc:docMk/>
            <pc:sldMk cId="145179761" sldId="326"/>
            <ac:grpSpMk id="5" creationId="{B09B7C22-B9FB-746F-6AFC-38B8D680F4D9}"/>
          </ac:grpSpMkLst>
        </pc:grpChg>
        <pc:grpChg chg="add mod">
          <ac:chgData name="Sarvesh Joshi" userId="967974f4937ce335" providerId="LiveId" clId="{82D24E87-E234-4743-91AA-88A7C6A45B24}" dt="2026-06-14T06:08:53.894" v="3965" actId="1076"/>
          <ac:grpSpMkLst>
            <pc:docMk/>
            <pc:sldMk cId="145179761" sldId="326"/>
            <ac:grpSpMk id="6" creationId="{E6469964-EAE7-3F65-0578-CBA507F0D75A}"/>
          </ac:grpSpMkLst>
        </pc:grpChg>
        <pc:grpChg chg="add mod">
          <ac:chgData name="Sarvesh Joshi" userId="967974f4937ce335" providerId="LiveId" clId="{82D24E87-E234-4743-91AA-88A7C6A45B24}" dt="2026-06-14T06:10:34.288" v="3976" actId="1076"/>
          <ac:grpSpMkLst>
            <pc:docMk/>
            <pc:sldMk cId="145179761" sldId="326"/>
            <ac:grpSpMk id="7" creationId="{8B662B2E-9166-06DB-FA84-13A8252ACEE7}"/>
          </ac:grpSpMkLst>
        </pc:grpChg>
        <pc:grpChg chg="add mod">
          <ac:chgData name="Sarvesh Joshi" userId="967974f4937ce335" providerId="LiveId" clId="{82D24E87-E234-4743-91AA-88A7C6A45B24}" dt="2026-06-14T06:10:43.958" v="3978" actId="1076"/>
          <ac:grpSpMkLst>
            <pc:docMk/>
            <pc:sldMk cId="145179761" sldId="326"/>
            <ac:grpSpMk id="8" creationId="{00DB3AAA-CCE2-A025-F472-7EE71D99E406}"/>
          </ac:grpSpMkLst>
        </pc:grpChg>
      </pc:sldChg>
      <pc:sldChg chg="addSp delSp modSp new del mod ord setBg modAnim">
        <pc:chgData name="Sarvesh Joshi" userId="967974f4937ce335" providerId="LiveId" clId="{82D24E87-E234-4743-91AA-88A7C6A45B24}" dt="2026-06-15T13:31:30.752" v="11710" actId="47"/>
        <pc:sldMkLst>
          <pc:docMk/>
          <pc:sldMk cId="328456104" sldId="327"/>
        </pc:sldMkLst>
        <pc:spChg chg="add mod">
          <ac:chgData name="Sarvesh Joshi" userId="967974f4937ce335" providerId="LiveId" clId="{82D24E87-E234-4743-91AA-88A7C6A45B24}" dt="2026-06-14T09:31:54.544" v="4916" actId="1076"/>
          <ac:spMkLst>
            <pc:docMk/>
            <pc:sldMk cId="328456104" sldId="327"/>
            <ac:spMk id="4" creationId="{C90F0662-6E5C-7BBC-C704-471E4DC37793}"/>
          </ac:spMkLst>
        </pc:spChg>
        <pc:spChg chg="add mod ord">
          <ac:chgData name="Sarvesh Joshi" userId="967974f4937ce335" providerId="LiveId" clId="{82D24E87-E234-4743-91AA-88A7C6A45B24}" dt="2026-06-14T09:12:24.175" v="4116" actId="164"/>
          <ac:spMkLst>
            <pc:docMk/>
            <pc:sldMk cId="328456104" sldId="327"/>
            <ac:spMk id="5" creationId="{9F932350-87CC-81F8-42DE-E3B278EE857A}"/>
          </ac:spMkLst>
        </pc:spChg>
        <pc:spChg chg="add del mod">
          <ac:chgData name="Sarvesh Joshi" userId="967974f4937ce335" providerId="LiveId" clId="{82D24E87-E234-4743-91AA-88A7C6A45B24}" dt="2026-06-14T09:10:06.393" v="4071" actId="478"/>
          <ac:spMkLst>
            <pc:docMk/>
            <pc:sldMk cId="328456104" sldId="327"/>
            <ac:spMk id="6" creationId="{9562E95C-E528-6976-58A2-7FFE67BED19B}"/>
          </ac:spMkLst>
        </pc:spChg>
        <pc:spChg chg="add del mod">
          <ac:chgData name="Sarvesh Joshi" userId="967974f4937ce335" providerId="LiveId" clId="{82D24E87-E234-4743-91AA-88A7C6A45B24}" dt="2026-06-14T09:13:21.779" v="4132" actId="478"/>
          <ac:spMkLst>
            <pc:docMk/>
            <pc:sldMk cId="328456104" sldId="327"/>
            <ac:spMk id="8" creationId="{644BA35C-8CF1-E4E5-AF36-BAFECF263509}"/>
          </ac:spMkLst>
        </pc:spChg>
        <pc:spChg chg="add del mod">
          <ac:chgData name="Sarvesh Joshi" userId="967974f4937ce335" providerId="LiveId" clId="{82D24E87-E234-4743-91AA-88A7C6A45B24}" dt="2026-06-14T09:13:41.873" v="4137" actId="478"/>
          <ac:spMkLst>
            <pc:docMk/>
            <pc:sldMk cId="328456104" sldId="327"/>
            <ac:spMk id="10" creationId="{919D9FA6-1180-D06C-BB74-B97CC4EDC4F4}"/>
          </ac:spMkLst>
        </pc:spChg>
        <pc:spChg chg="add mod">
          <ac:chgData name="Sarvesh Joshi" userId="967974f4937ce335" providerId="LiveId" clId="{82D24E87-E234-4743-91AA-88A7C6A45B24}" dt="2026-06-14T09:30:53.541" v="4912" actId="207"/>
          <ac:spMkLst>
            <pc:docMk/>
            <pc:sldMk cId="328456104" sldId="327"/>
            <ac:spMk id="20" creationId="{98C4230A-7F2F-124B-DD98-7F201F6C56DD}"/>
          </ac:spMkLst>
        </pc:spChg>
        <pc:spChg chg="add mod">
          <ac:chgData name="Sarvesh Joshi" userId="967974f4937ce335" providerId="LiveId" clId="{82D24E87-E234-4743-91AA-88A7C6A45B24}" dt="2026-06-14T09:31:38.222" v="4914" actId="255"/>
          <ac:spMkLst>
            <pc:docMk/>
            <pc:sldMk cId="328456104" sldId="327"/>
            <ac:spMk id="22" creationId="{41A7E0CD-B61B-BF77-6280-E894DFFB4818}"/>
          </ac:spMkLst>
        </pc:spChg>
        <pc:spChg chg="add del">
          <ac:chgData name="Sarvesh Joshi" userId="967974f4937ce335" providerId="LiveId" clId="{82D24E87-E234-4743-91AA-88A7C6A45B24}" dt="2026-06-14T09:32:44.120" v="4921" actId="478"/>
          <ac:spMkLst>
            <pc:docMk/>
            <pc:sldMk cId="328456104" sldId="327"/>
            <ac:spMk id="24" creationId="{ED75BDC3-1A8D-2B45-F16B-07B4ADCDE6A7}"/>
          </ac:spMkLst>
        </pc:spChg>
        <pc:spChg chg="add del">
          <ac:chgData name="Sarvesh Joshi" userId="967974f4937ce335" providerId="LiveId" clId="{82D24E87-E234-4743-91AA-88A7C6A45B24}" dt="2026-06-14T09:32:44.120" v="4921" actId="478"/>
          <ac:spMkLst>
            <pc:docMk/>
            <pc:sldMk cId="328456104" sldId="327"/>
            <ac:spMk id="26" creationId="{4EC52995-B08B-FBA9-AAA0-FC84AC3D3A8D}"/>
          </ac:spMkLst>
        </pc:spChg>
        <pc:spChg chg="add del">
          <ac:chgData name="Sarvesh Joshi" userId="967974f4937ce335" providerId="LiveId" clId="{82D24E87-E234-4743-91AA-88A7C6A45B24}" dt="2026-06-14T09:32:44.120" v="4921" actId="478"/>
          <ac:spMkLst>
            <pc:docMk/>
            <pc:sldMk cId="328456104" sldId="327"/>
            <ac:spMk id="28" creationId="{C00909D8-723E-62EB-A1D2-DC13DA26414E}"/>
          </ac:spMkLst>
        </pc:spChg>
        <pc:spChg chg="add del">
          <ac:chgData name="Sarvesh Joshi" userId="967974f4937ce335" providerId="LiveId" clId="{82D24E87-E234-4743-91AA-88A7C6A45B24}" dt="2026-06-14T09:32:44.120" v="4921" actId="478"/>
          <ac:spMkLst>
            <pc:docMk/>
            <pc:sldMk cId="328456104" sldId="327"/>
            <ac:spMk id="32" creationId="{583B0F5D-DC07-2D11-46A4-25133F37C25D}"/>
          </ac:spMkLst>
        </pc:spChg>
        <pc:spChg chg="add del">
          <ac:chgData name="Sarvesh Joshi" userId="967974f4937ce335" providerId="LiveId" clId="{82D24E87-E234-4743-91AA-88A7C6A45B24}" dt="2026-06-14T09:32:44.120" v="4921" actId="478"/>
          <ac:spMkLst>
            <pc:docMk/>
            <pc:sldMk cId="328456104" sldId="327"/>
            <ac:spMk id="34" creationId="{AA7B439C-AF90-8229-23FD-805A6C23393E}"/>
          </ac:spMkLst>
        </pc:spChg>
        <pc:spChg chg="add del">
          <ac:chgData name="Sarvesh Joshi" userId="967974f4937ce335" providerId="LiveId" clId="{82D24E87-E234-4743-91AA-88A7C6A45B24}" dt="2026-06-14T09:32:44.120" v="4921" actId="478"/>
          <ac:spMkLst>
            <pc:docMk/>
            <pc:sldMk cId="328456104" sldId="327"/>
            <ac:spMk id="36" creationId="{AE19D22F-C731-358E-D18D-D8C2F4D2D6E4}"/>
          </ac:spMkLst>
        </pc:spChg>
        <pc:spChg chg="add del">
          <ac:chgData name="Sarvesh Joshi" userId="967974f4937ce335" providerId="LiveId" clId="{82D24E87-E234-4743-91AA-88A7C6A45B24}" dt="2026-06-14T09:32:44.120" v="4921" actId="478"/>
          <ac:spMkLst>
            <pc:docMk/>
            <pc:sldMk cId="328456104" sldId="327"/>
            <ac:spMk id="38" creationId="{1E4E9CA5-E579-CA5A-49D0-C7C0AF286A5A}"/>
          </ac:spMkLst>
        </pc:spChg>
        <pc:spChg chg="add del">
          <ac:chgData name="Sarvesh Joshi" userId="967974f4937ce335" providerId="LiveId" clId="{82D24E87-E234-4743-91AA-88A7C6A45B24}" dt="2026-06-14T09:32:44.120" v="4921" actId="478"/>
          <ac:spMkLst>
            <pc:docMk/>
            <pc:sldMk cId="328456104" sldId="327"/>
            <ac:spMk id="42" creationId="{B42F0A68-01ED-254C-BD99-2E04F262BC2A}"/>
          </ac:spMkLst>
        </pc:spChg>
        <pc:spChg chg="add del">
          <ac:chgData name="Sarvesh Joshi" userId="967974f4937ce335" providerId="LiveId" clId="{82D24E87-E234-4743-91AA-88A7C6A45B24}" dt="2026-06-14T09:32:44.120" v="4921" actId="478"/>
          <ac:spMkLst>
            <pc:docMk/>
            <pc:sldMk cId="328456104" sldId="327"/>
            <ac:spMk id="44" creationId="{7DBC6843-7240-3ECB-0082-E011E54C885A}"/>
          </ac:spMkLst>
        </pc:spChg>
        <pc:spChg chg="add del">
          <ac:chgData name="Sarvesh Joshi" userId="967974f4937ce335" providerId="LiveId" clId="{82D24E87-E234-4743-91AA-88A7C6A45B24}" dt="2026-06-14T09:32:44.120" v="4921" actId="478"/>
          <ac:spMkLst>
            <pc:docMk/>
            <pc:sldMk cId="328456104" sldId="327"/>
            <ac:spMk id="46" creationId="{B118BF69-97EE-D752-C863-4B8A27A79FB6}"/>
          </ac:spMkLst>
        </pc:spChg>
        <pc:spChg chg="add mod">
          <ac:chgData name="Sarvesh Joshi" userId="967974f4937ce335" providerId="LiveId" clId="{82D24E87-E234-4743-91AA-88A7C6A45B24}" dt="2026-06-14T09:36:16.685" v="4942" actId="207"/>
          <ac:spMkLst>
            <pc:docMk/>
            <pc:sldMk cId="328456104" sldId="327"/>
            <ac:spMk id="47" creationId="{BE85EC05-B646-1389-3C60-1CB3DDE1C221}"/>
          </ac:spMkLst>
        </pc:spChg>
        <pc:spChg chg="add mod">
          <ac:chgData name="Sarvesh Joshi" userId="967974f4937ce335" providerId="LiveId" clId="{82D24E87-E234-4743-91AA-88A7C6A45B24}" dt="2026-06-14T09:36:16.685" v="4942" actId="207"/>
          <ac:spMkLst>
            <pc:docMk/>
            <pc:sldMk cId="328456104" sldId="327"/>
            <ac:spMk id="48" creationId="{D248521E-0944-E503-552B-AF3C03C61483}"/>
          </ac:spMkLst>
        </pc:spChg>
        <pc:spChg chg="add mod ord">
          <ac:chgData name="Sarvesh Joshi" userId="967974f4937ce335" providerId="LiveId" clId="{82D24E87-E234-4743-91AA-88A7C6A45B24}" dt="2026-06-14T09:51:49.766" v="5302" actId="207"/>
          <ac:spMkLst>
            <pc:docMk/>
            <pc:sldMk cId="328456104" sldId="327"/>
            <ac:spMk id="50" creationId="{97932F17-0B46-3DD4-C45E-C72DC343DF8C}"/>
          </ac:spMkLst>
        </pc:spChg>
        <pc:spChg chg="add mod">
          <ac:chgData name="Sarvesh Joshi" userId="967974f4937ce335" providerId="LiveId" clId="{82D24E87-E234-4743-91AA-88A7C6A45B24}" dt="2026-06-14T09:39:38.369" v="4985" actId="207"/>
          <ac:spMkLst>
            <pc:docMk/>
            <pc:sldMk cId="328456104" sldId="327"/>
            <ac:spMk id="51" creationId="{4A3825CD-46AF-3945-BFB6-60FB19163DDB}"/>
          </ac:spMkLst>
        </pc:spChg>
        <pc:spChg chg="add mod">
          <ac:chgData name="Sarvesh Joshi" userId="967974f4937ce335" providerId="LiveId" clId="{82D24E87-E234-4743-91AA-88A7C6A45B24}" dt="2026-06-14T09:41:41.699" v="5004" actId="1076"/>
          <ac:spMkLst>
            <pc:docMk/>
            <pc:sldMk cId="328456104" sldId="327"/>
            <ac:spMk id="53" creationId="{04107620-30B1-466A-6B7E-0207EB251FDF}"/>
          </ac:spMkLst>
        </pc:spChg>
        <pc:spChg chg="add mod ord">
          <ac:chgData name="Sarvesh Joshi" userId="967974f4937ce335" providerId="LiveId" clId="{82D24E87-E234-4743-91AA-88A7C6A45B24}" dt="2026-06-14T09:41:47.742" v="5005" actId="14100"/>
          <ac:spMkLst>
            <pc:docMk/>
            <pc:sldMk cId="328456104" sldId="327"/>
            <ac:spMk id="54" creationId="{14FD7023-465E-64A3-E64A-D8E7CF972192}"/>
          </ac:spMkLst>
        </pc:spChg>
        <pc:spChg chg="add mod">
          <ac:chgData name="Sarvesh Joshi" userId="967974f4937ce335" providerId="LiveId" clId="{82D24E87-E234-4743-91AA-88A7C6A45B24}" dt="2026-06-14T09:42:44.205" v="5014" actId="1076"/>
          <ac:spMkLst>
            <pc:docMk/>
            <pc:sldMk cId="328456104" sldId="327"/>
            <ac:spMk id="55" creationId="{877D2FD3-0A49-CBAC-756F-13F898238EDA}"/>
          </ac:spMkLst>
        </pc:spChg>
        <pc:spChg chg="mod">
          <ac:chgData name="Sarvesh Joshi" userId="967974f4937ce335" providerId="LiveId" clId="{82D24E87-E234-4743-91AA-88A7C6A45B24}" dt="2026-06-14T09:43:59.169" v="5026" actId="115"/>
          <ac:spMkLst>
            <pc:docMk/>
            <pc:sldMk cId="328456104" sldId="327"/>
            <ac:spMk id="57" creationId="{0405E4D4-32A8-63E2-322C-47ED970ABC36}"/>
          </ac:spMkLst>
        </pc:spChg>
        <pc:spChg chg="mod">
          <ac:chgData name="Sarvesh Joshi" userId="967974f4937ce335" providerId="LiveId" clId="{82D24E87-E234-4743-91AA-88A7C6A45B24}" dt="2026-06-14T09:43:59.169" v="5026" actId="115"/>
          <ac:spMkLst>
            <pc:docMk/>
            <pc:sldMk cId="328456104" sldId="327"/>
            <ac:spMk id="58" creationId="{EFBE915C-C73E-6AF4-175F-4219F39FE9A9}"/>
          </ac:spMkLst>
        </pc:spChg>
        <pc:spChg chg="mod">
          <ac:chgData name="Sarvesh Joshi" userId="967974f4937ce335" providerId="LiveId" clId="{82D24E87-E234-4743-91AA-88A7C6A45B24}" dt="2026-06-14T09:44:17.920" v="5036" actId="692"/>
          <ac:spMkLst>
            <pc:docMk/>
            <pc:sldMk cId="328456104" sldId="327"/>
            <ac:spMk id="59" creationId="{FCDCACC5-3D61-F05C-4F8B-963E0B5D31F3}"/>
          </ac:spMkLst>
        </pc:spChg>
        <pc:spChg chg="mod">
          <ac:chgData name="Sarvesh Joshi" userId="967974f4937ce335" providerId="LiveId" clId="{82D24E87-E234-4743-91AA-88A7C6A45B24}" dt="2026-06-14T09:44:27.235" v="5038" actId="692"/>
          <ac:spMkLst>
            <pc:docMk/>
            <pc:sldMk cId="328456104" sldId="327"/>
            <ac:spMk id="60" creationId="{6721C441-6B5A-E1A4-4347-183A002E3CC2}"/>
          </ac:spMkLst>
        </pc:spChg>
        <pc:spChg chg="mod">
          <ac:chgData name="Sarvesh Joshi" userId="967974f4937ce335" providerId="LiveId" clId="{82D24E87-E234-4743-91AA-88A7C6A45B24}" dt="2026-06-14T09:43:59.169" v="5026" actId="115"/>
          <ac:spMkLst>
            <pc:docMk/>
            <pc:sldMk cId="328456104" sldId="327"/>
            <ac:spMk id="61" creationId="{19B7E5EF-8770-63CD-F8C8-E91CA8DC2DFE}"/>
          </ac:spMkLst>
        </pc:spChg>
        <pc:spChg chg="add mod">
          <ac:chgData name="Sarvesh Joshi" userId="967974f4937ce335" providerId="LiveId" clId="{82D24E87-E234-4743-91AA-88A7C6A45B24}" dt="2026-06-14T09:45:16.642" v="5041" actId="14100"/>
          <ac:spMkLst>
            <pc:docMk/>
            <pc:sldMk cId="328456104" sldId="327"/>
            <ac:spMk id="62" creationId="{F44708BE-33E0-A18D-1A23-CCDA4541E6E7}"/>
          </ac:spMkLst>
        </pc:spChg>
        <pc:spChg chg="mod">
          <ac:chgData name="Sarvesh Joshi" userId="967974f4937ce335" providerId="LiveId" clId="{82D24E87-E234-4743-91AA-88A7C6A45B24}" dt="2026-06-14T09:46:21.525" v="5049"/>
          <ac:spMkLst>
            <pc:docMk/>
            <pc:sldMk cId="328456104" sldId="327"/>
            <ac:spMk id="64" creationId="{0BA59E86-5FC6-5930-A8AA-1D62A202848F}"/>
          </ac:spMkLst>
        </pc:spChg>
        <pc:spChg chg="mod">
          <ac:chgData name="Sarvesh Joshi" userId="967974f4937ce335" providerId="LiveId" clId="{82D24E87-E234-4743-91AA-88A7C6A45B24}" dt="2026-06-14T09:46:21.525" v="5049"/>
          <ac:spMkLst>
            <pc:docMk/>
            <pc:sldMk cId="328456104" sldId="327"/>
            <ac:spMk id="65" creationId="{6F7E703D-E9CB-E723-7287-447EDFF9FAAE}"/>
          </ac:spMkLst>
        </pc:spChg>
        <pc:spChg chg="add mod">
          <ac:chgData name="Sarvesh Joshi" userId="967974f4937ce335" providerId="LiveId" clId="{82D24E87-E234-4743-91AA-88A7C6A45B24}" dt="2026-06-14T09:46:21.525" v="5049"/>
          <ac:spMkLst>
            <pc:docMk/>
            <pc:sldMk cId="328456104" sldId="327"/>
            <ac:spMk id="66" creationId="{86BA7F43-1637-B1B7-5BD7-DD6689AF5891}"/>
          </ac:spMkLst>
        </pc:spChg>
        <pc:spChg chg="add mod">
          <ac:chgData name="Sarvesh Joshi" userId="967974f4937ce335" providerId="LiveId" clId="{82D24E87-E234-4743-91AA-88A7C6A45B24}" dt="2026-06-14T09:46:21.525" v="5049"/>
          <ac:spMkLst>
            <pc:docMk/>
            <pc:sldMk cId="328456104" sldId="327"/>
            <ac:spMk id="67" creationId="{01FA2F44-9D5B-3EB1-7BB4-32EC2AD715B8}"/>
          </ac:spMkLst>
        </pc:spChg>
        <pc:spChg chg="mod">
          <ac:chgData name="Sarvesh Joshi" userId="967974f4937ce335" providerId="LiveId" clId="{82D24E87-E234-4743-91AA-88A7C6A45B24}" dt="2026-06-14T09:46:21.525" v="5049"/>
          <ac:spMkLst>
            <pc:docMk/>
            <pc:sldMk cId="328456104" sldId="327"/>
            <ac:spMk id="69" creationId="{07A8A39A-A0FB-E198-71B6-A7B6FA97D801}"/>
          </ac:spMkLst>
        </pc:spChg>
        <pc:spChg chg="mod">
          <ac:chgData name="Sarvesh Joshi" userId="967974f4937ce335" providerId="LiveId" clId="{82D24E87-E234-4743-91AA-88A7C6A45B24}" dt="2026-06-14T09:46:21.525" v="5049"/>
          <ac:spMkLst>
            <pc:docMk/>
            <pc:sldMk cId="328456104" sldId="327"/>
            <ac:spMk id="70" creationId="{2D35E7BF-3BCD-E141-B157-3815DA0ADD63}"/>
          </ac:spMkLst>
        </pc:spChg>
        <pc:spChg chg="mod">
          <ac:chgData name="Sarvesh Joshi" userId="967974f4937ce335" providerId="LiveId" clId="{82D24E87-E234-4743-91AA-88A7C6A45B24}" dt="2026-06-14T09:46:21.525" v="5049"/>
          <ac:spMkLst>
            <pc:docMk/>
            <pc:sldMk cId="328456104" sldId="327"/>
            <ac:spMk id="72" creationId="{7F2A4EF1-C0A4-274E-91EF-1FA9736962A6}"/>
          </ac:spMkLst>
        </pc:spChg>
        <pc:spChg chg="mod">
          <ac:chgData name="Sarvesh Joshi" userId="967974f4937ce335" providerId="LiveId" clId="{82D24E87-E234-4743-91AA-88A7C6A45B24}" dt="2026-06-14T09:46:21.525" v="5049"/>
          <ac:spMkLst>
            <pc:docMk/>
            <pc:sldMk cId="328456104" sldId="327"/>
            <ac:spMk id="73" creationId="{127B3D4A-3C78-C503-3061-4DA172F4D693}"/>
          </ac:spMkLst>
        </pc:spChg>
        <pc:spChg chg="mod">
          <ac:chgData name="Sarvesh Joshi" userId="967974f4937ce335" providerId="LiveId" clId="{82D24E87-E234-4743-91AA-88A7C6A45B24}" dt="2026-06-14T09:51:11.793" v="5295" actId="14100"/>
          <ac:spMkLst>
            <pc:docMk/>
            <pc:sldMk cId="328456104" sldId="327"/>
            <ac:spMk id="75" creationId="{5BC699E8-B697-E920-A5D8-7A6114D78224}"/>
          </ac:spMkLst>
        </pc:spChg>
        <pc:spChg chg="mod">
          <ac:chgData name="Sarvesh Joshi" userId="967974f4937ce335" providerId="LiveId" clId="{82D24E87-E234-4743-91AA-88A7C6A45B24}" dt="2026-06-14T09:49:57.866" v="5280" actId="207"/>
          <ac:spMkLst>
            <pc:docMk/>
            <pc:sldMk cId="328456104" sldId="327"/>
            <ac:spMk id="76" creationId="{77292F55-BC1B-525A-E561-8A554E93FC70}"/>
          </ac:spMkLst>
        </pc:spChg>
        <pc:spChg chg="mod">
          <ac:chgData name="Sarvesh Joshi" userId="967974f4937ce335" providerId="LiveId" clId="{82D24E87-E234-4743-91AA-88A7C6A45B24}" dt="2026-06-14T09:48:44.622" v="5263" actId="207"/>
          <ac:spMkLst>
            <pc:docMk/>
            <pc:sldMk cId="328456104" sldId="327"/>
            <ac:spMk id="78" creationId="{976506F0-5E4C-E49D-017B-338CDF1145B5}"/>
          </ac:spMkLst>
        </pc:spChg>
        <pc:spChg chg="mod">
          <ac:chgData name="Sarvesh Joshi" userId="967974f4937ce335" providerId="LiveId" clId="{82D24E87-E234-4743-91AA-88A7C6A45B24}" dt="2026-06-14T09:50:41.538" v="5290" actId="14100"/>
          <ac:spMkLst>
            <pc:docMk/>
            <pc:sldMk cId="328456104" sldId="327"/>
            <ac:spMk id="79" creationId="{49F6423F-1F41-A787-9056-EB040EBC39FF}"/>
          </ac:spMkLst>
        </pc:spChg>
        <pc:spChg chg="mod">
          <ac:chgData name="Sarvesh Joshi" userId="967974f4937ce335" providerId="LiveId" clId="{82D24E87-E234-4743-91AA-88A7C6A45B24}" dt="2026-06-14T09:50:09.941" v="5282" actId="207"/>
          <ac:spMkLst>
            <pc:docMk/>
            <pc:sldMk cId="328456104" sldId="327"/>
            <ac:spMk id="81" creationId="{677C865C-4F9F-77CF-56C2-06FB00249E00}"/>
          </ac:spMkLst>
        </pc:spChg>
        <pc:spChg chg="mod">
          <ac:chgData name="Sarvesh Joshi" userId="967974f4937ce335" providerId="LiveId" clId="{82D24E87-E234-4743-91AA-88A7C6A45B24}" dt="2026-06-14T09:50:52.601" v="5292" actId="14100"/>
          <ac:spMkLst>
            <pc:docMk/>
            <pc:sldMk cId="328456104" sldId="327"/>
            <ac:spMk id="82" creationId="{69EBEAF2-BFE7-CE67-2B7F-3E606C660A3F}"/>
          </ac:spMkLst>
        </pc:spChg>
        <pc:spChg chg="mod">
          <ac:chgData name="Sarvesh Joshi" userId="967974f4937ce335" providerId="LiveId" clId="{82D24E87-E234-4743-91AA-88A7C6A45B24}" dt="2026-06-14T09:49:16.872" v="5275" actId="20577"/>
          <ac:spMkLst>
            <pc:docMk/>
            <pc:sldMk cId="328456104" sldId="327"/>
            <ac:spMk id="84" creationId="{4C31133C-6E92-CD80-115A-4920FC9B77BD}"/>
          </ac:spMkLst>
        </pc:spChg>
        <pc:spChg chg="mod">
          <ac:chgData name="Sarvesh Joshi" userId="967974f4937ce335" providerId="LiveId" clId="{82D24E87-E234-4743-91AA-88A7C6A45B24}" dt="2026-06-14T09:49:40.018" v="5278" actId="14100"/>
          <ac:spMkLst>
            <pc:docMk/>
            <pc:sldMk cId="328456104" sldId="327"/>
            <ac:spMk id="85" creationId="{C3503E83-896B-0796-8080-5C4822681B7A}"/>
          </ac:spMkLst>
        </pc:spChg>
        <pc:spChg chg="mod">
          <ac:chgData name="Sarvesh Joshi" userId="967974f4937ce335" providerId="LiveId" clId="{82D24E87-E234-4743-91AA-88A7C6A45B24}" dt="2026-06-14T10:09:15.634" v="5466" actId="1076"/>
          <ac:spMkLst>
            <pc:docMk/>
            <pc:sldMk cId="328456104" sldId="327"/>
            <ac:spMk id="87" creationId="{AEE641C6-462F-8B2F-1347-68CFE34CDFEC}"/>
          </ac:spMkLst>
        </pc:spChg>
        <pc:spChg chg="mod">
          <ac:chgData name="Sarvesh Joshi" userId="967974f4937ce335" providerId="LiveId" clId="{82D24E87-E234-4743-91AA-88A7C6A45B24}" dt="2026-06-14T09:50:37.224" v="5289" actId="14100"/>
          <ac:spMkLst>
            <pc:docMk/>
            <pc:sldMk cId="328456104" sldId="327"/>
            <ac:spMk id="88" creationId="{123E456D-A94E-261A-0674-F0FB52B7729A}"/>
          </ac:spMkLst>
        </pc:spChg>
        <pc:spChg chg="add mod ord">
          <ac:chgData name="Sarvesh Joshi" userId="967974f4937ce335" providerId="LiveId" clId="{82D24E87-E234-4743-91AA-88A7C6A45B24}" dt="2026-06-14T10:10:16.725" v="5505" actId="1076"/>
          <ac:spMkLst>
            <pc:docMk/>
            <pc:sldMk cId="328456104" sldId="327"/>
            <ac:spMk id="90" creationId="{D580D9E3-0CE5-0016-8560-20EF07565A56}"/>
          </ac:spMkLst>
        </pc:spChg>
        <pc:spChg chg="add del">
          <ac:chgData name="Sarvesh Joshi" userId="967974f4937ce335" providerId="LiveId" clId="{82D24E87-E234-4743-91AA-88A7C6A45B24}" dt="2026-06-14T09:47:43.739" v="5063" actId="22"/>
          <ac:spMkLst>
            <pc:docMk/>
            <pc:sldMk cId="328456104" sldId="327"/>
            <ac:spMk id="92" creationId="{FFB53912-DCF6-B8E8-F24C-43B8F50DDD24}"/>
          </ac:spMkLst>
        </pc:spChg>
        <pc:spChg chg="add del mod">
          <ac:chgData name="Sarvesh Joshi" userId="967974f4937ce335" providerId="LiveId" clId="{82D24E87-E234-4743-91AA-88A7C6A45B24}" dt="2026-06-14T09:48:15.780" v="5253" actId="478"/>
          <ac:spMkLst>
            <pc:docMk/>
            <pc:sldMk cId="328456104" sldId="327"/>
            <ac:spMk id="94" creationId="{ED2BCC7F-8600-1A80-8FFE-333CE86C7AD8}"/>
          </ac:spMkLst>
        </pc:spChg>
        <pc:spChg chg="add del mod">
          <ac:chgData name="Sarvesh Joshi" userId="967974f4937ce335" providerId="LiveId" clId="{82D24E87-E234-4743-91AA-88A7C6A45B24}" dt="2026-06-14T09:56:35.148" v="5352" actId="478"/>
          <ac:spMkLst>
            <pc:docMk/>
            <pc:sldMk cId="328456104" sldId="327"/>
            <ac:spMk id="95" creationId="{FA558077-D354-5345-E9B2-937A22935CF9}"/>
          </ac:spMkLst>
        </pc:spChg>
        <pc:spChg chg="add del mod">
          <ac:chgData name="Sarvesh Joshi" userId="967974f4937ce335" providerId="LiveId" clId="{82D24E87-E234-4743-91AA-88A7C6A45B24}" dt="2026-06-14T09:57:28.030" v="5364" actId="478"/>
          <ac:spMkLst>
            <pc:docMk/>
            <pc:sldMk cId="328456104" sldId="327"/>
            <ac:spMk id="96" creationId="{4690BDCD-FC09-4355-C806-D4BF75930E9C}"/>
          </ac:spMkLst>
        </pc:spChg>
        <pc:spChg chg="add del mod">
          <ac:chgData name="Sarvesh Joshi" userId="967974f4937ce335" providerId="LiveId" clId="{82D24E87-E234-4743-91AA-88A7C6A45B24}" dt="2026-06-14T10:02:34.732" v="5422" actId="478"/>
          <ac:spMkLst>
            <pc:docMk/>
            <pc:sldMk cId="328456104" sldId="327"/>
            <ac:spMk id="97" creationId="{19DDEA71-8806-932C-DE7C-71B793E0D2B6}"/>
          </ac:spMkLst>
        </pc:spChg>
        <pc:spChg chg="add mod">
          <ac:chgData name="Sarvesh Joshi" userId="967974f4937ce335" providerId="LiveId" clId="{82D24E87-E234-4743-91AA-88A7C6A45B24}" dt="2026-06-14T11:00:33.937" v="5655" actId="164"/>
          <ac:spMkLst>
            <pc:docMk/>
            <pc:sldMk cId="328456104" sldId="327"/>
            <ac:spMk id="98" creationId="{D5A56C45-AC4F-34A9-0B1F-1258A0D57851}"/>
          </ac:spMkLst>
        </pc:spChg>
        <pc:spChg chg="add mod">
          <ac:chgData name="Sarvesh Joshi" userId="967974f4937ce335" providerId="LiveId" clId="{82D24E87-E234-4743-91AA-88A7C6A45B24}" dt="2026-06-14T11:00:33.937" v="5655" actId="164"/>
          <ac:spMkLst>
            <pc:docMk/>
            <pc:sldMk cId="328456104" sldId="327"/>
            <ac:spMk id="99" creationId="{7C8AF52F-53D2-46B0-7527-2B1CE36CFF0F}"/>
          </ac:spMkLst>
        </pc:spChg>
        <pc:spChg chg="add mod">
          <ac:chgData name="Sarvesh Joshi" userId="967974f4937ce335" providerId="LiveId" clId="{82D24E87-E234-4743-91AA-88A7C6A45B24}" dt="2026-06-14T10:11:50.273" v="5541" actId="14100"/>
          <ac:spMkLst>
            <pc:docMk/>
            <pc:sldMk cId="328456104" sldId="327"/>
            <ac:spMk id="101" creationId="{1416511E-D938-E5E0-09D7-A554F64F28D3}"/>
          </ac:spMkLst>
        </pc:spChg>
        <pc:spChg chg="add mod">
          <ac:chgData name="Sarvesh Joshi" userId="967974f4937ce335" providerId="LiveId" clId="{82D24E87-E234-4743-91AA-88A7C6A45B24}" dt="2026-06-14T10:10:32.918" v="5510" actId="1076"/>
          <ac:spMkLst>
            <pc:docMk/>
            <pc:sldMk cId="328456104" sldId="327"/>
            <ac:spMk id="102" creationId="{468B2575-4338-FCED-ADB5-F2577B1B9FC7}"/>
          </ac:spMkLst>
        </pc:spChg>
        <pc:spChg chg="add mod">
          <ac:chgData name="Sarvesh Joshi" userId="967974f4937ce335" providerId="LiveId" clId="{82D24E87-E234-4743-91AA-88A7C6A45B24}" dt="2026-06-14T10:10:45.111" v="5521" actId="20577"/>
          <ac:spMkLst>
            <pc:docMk/>
            <pc:sldMk cId="328456104" sldId="327"/>
            <ac:spMk id="104" creationId="{540C754C-ADCD-ACF0-E1C4-D32306071D3C}"/>
          </ac:spMkLst>
        </pc:spChg>
        <pc:spChg chg="add mod">
          <ac:chgData name="Sarvesh Joshi" userId="967974f4937ce335" providerId="LiveId" clId="{82D24E87-E234-4743-91AA-88A7C6A45B24}" dt="2026-06-14T10:11:09.930" v="5529" actId="1076"/>
          <ac:spMkLst>
            <pc:docMk/>
            <pc:sldMk cId="328456104" sldId="327"/>
            <ac:spMk id="106" creationId="{9914E16E-A9CF-84B2-3786-CD71728D25ED}"/>
          </ac:spMkLst>
        </pc:spChg>
        <pc:spChg chg="add mod">
          <ac:chgData name="Sarvesh Joshi" userId="967974f4937ce335" providerId="LiveId" clId="{82D24E87-E234-4743-91AA-88A7C6A45B24}" dt="2026-06-14T10:11:17.499" v="5532" actId="1076"/>
          <ac:spMkLst>
            <pc:docMk/>
            <pc:sldMk cId="328456104" sldId="327"/>
            <ac:spMk id="108" creationId="{D7E0A2BA-6B70-52C0-CAA2-DD69C2A381DB}"/>
          </ac:spMkLst>
        </pc:spChg>
        <pc:spChg chg="add mod">
          <ac:chgData name="Sarvesh Joshi" userId="967974f4937ce335" providerId="LiveId" clId="{82D24E87-E234-4743-91AA-88A7C6A45B24}" dt="2026-06-14T10:11:27.861" v="5534" actId="1076"/>
          <ac:spMkLst>
            <pc:docMk/>
            <pc:sldMk cId="328456104" sldId="327"/>
            <ac:spMk id="110" creationId="{41EF0C8B-32B4-7A3F-C0E0-67518D825EBE}"/>
          </ac:spMkLst>
        </pc:spChg>
        <pc:spChg chg="add mod">
          <ac:chgData name="Sarvesh Joshi" userId="967974f4937ce335" providerId="LiveId" clId="{82D24E87-E234-4743-91AA-88A7C6A45B24}" dt="2026-06-14T10:11:27.861" v="5534" actId="1076"/>
          <ac:spMkLst>
            <pc:docMk/>
            <pc:sldMk cId="328456104" sldId="327"/>
            <ac:spMk id="112" creationId="{C57BB360-CB65-4F85-2E36-A8E2D76B31A3}"/>
          </ac:spMkLst>
        </pc:spChg>
        <pc:spChg chg="add mod">
          <ac:chgData name="Sarvesh Joshi" userId="967974f4937ce335" providerId="LiveId" clId="{82D24E87-E234-4743-91AA-88A7C6A45B24}" dt="2026-06-14T10:11:27.861" v="5534" actId="1076"/>
          <ac:spMkLst>
            <pc:docMk/>
            <pc:sldMk cId="328456104" sldId="327"/>
            <ac:spMk id="114" creationId="{AAF7309A-744E-3F44-CC72-0BC3C51C68D1}"/>
          </ac:spMkLst>
        </pc:spChg>
        <pc:spChg chg="add mod">
          <ac:chgData name="Sarvesh Joshi" userId="967974f4937ce335" providerId="LiveId" clId="{82D24E87-E234-4743-91AA-88A7C6A45B24}" dt="2026-06-14T10:11:27.861" v="5534" actId="1076"/>
          <ac:spMkLst>
            <pc:docMk/>
            <pc:sldMk cId="328456104" sldId="327"/>
            <ac:spMk id="116" creationId="{1B382589-AEEB-998D-C2C1-5FC0DA3926CC}"/>
          </ac:spMkLst>
        </pc:spChg>
        <pc:spChg chg="add mod">
          <ac:chgData name="Sarvesh Joshi" userId="967974f4937ce335" providerId="LiveId" clId="{82D24E87-E234-4743-91AA-88A7C6A45B24}" dt="2026-06-14T10:11:27.861" v="5534" actId="1076"/>
          <ac:spMkLst>
            <pc:docMk/>
            <pc:sldMk cId="328456104" sldId="327"/>
            <ac:spMk id="120" creationId="{673B3AEB-6978-8CA7-140A-608A1AB2D070}"/>
          </ac:spMkLst>
        </pc:spChg>
        <pc:spChg chg="add del mod">
          <ac:chgData name="Sarvesh Joshi" userId="967974f4937ce335" providerId="LiveId" clId="{82D24E87-E234-4743-91AA-88A7C6A45B24}" dt="2026-06-14T10:11:54.810" v="5543" actId="1076"/>
          <ac:spMkLst>
            <pc:docMk/>
            <pc:sldMk cId="328456104" sldId="327"/>
            <ac:spMk id="122" creationId="{0560F5E9-3B60-9366-661D-18520D3F9CFF}"/>
          </ac:spMkLst>
        </pc:spChg>
        <pc:spChg chg="add mod">
          <ac:chgData name="Sarvesh Joshi" userId="967974f4937ce335" providerId="LiveId" clId="{82D24E87-E234-4743-91AA-88A7C6A45B24}" dt="2026-06-14T10:11:44.886" v="5540" actId="14100"/>
          <ac:spMkLst>
            <pc:docMk/>
            <pc:sldMk cId="328456104" sldId="327"/>
            <ac:spMk id="124" creationId="{B7E18C0F-0EF4-21E4-99AC-39D8762377E2}"/>
          </ac:spMkLst>
        </pc:spChg>
        <pc:spChg chg="add mod">
          <ac:chgData name="Sarvesh Joshi" userId="967974f4937ce335" providerId="LiveId" clId="{82D24E87-E234-4743-91AA-88A7C6A45B24}" dt="2026-06-14T10:11:44.886" v="5540" actId="14100"/>
          <ac:spMkLst>
            <pc:docMk/>
            <pc:sldMk cId="328456104" sldId="327"/>
            <ac:spMk id="126" creationId="{31CF02AB-4586-CCC2-0150-3806F3C90687}"/>
          </ac:spMkLst>
        </pc:spChg>
        <pc:spChg chg="add mod">
          <ac:chgData name="Sarvesh Joshi" userId="967974f4937ce335" providerId="LiveId" clId="{82D24E87-E234-4743-91AA-88A7C6A45B24}" dt="2026-06-14T10:11:27.861" v="5534" actId="1076"/>
          <ac:spMkLst>
            <pc:docMk/>
            <pc:sldMk cId="328456104" sldId="327"/>
            <ac:spMk id="128" creationId="{FE2B23A2-038C-ED64-94A5-29B558729E31}"/>
          </ac:spMkLst>
        </pc:spChg>
        <pc:spChg chg="add mod">
          <ac:chgData name="Sarvesh Joshi" userId="967974f4937ce335" providerId="LiveId" clId="{82D24E87-E234-4743-91AA-88A7C6A45B24}" dt="2026-06-14T10:11:44.886" v="5540" actId="14100"/>
          <ac:spMkLst>
            <pc:docMk/>
            <pc:sldMk cId="328456104" sldId="327"/>
            <ac:spMk id="130" creationId="{090FDE8E-B50C-AEB1-0B0B-229ADBFC52AB}"/>
          </ac:spMkLst>
        </pc:spChg>
        <pc:grpChg chg="add mod">
          <ac:chgData name="Sarvesh Joshi" userId="967974f4937ce335" providerId="LiveId" clId="{82D24E87-E234-4743-91AA-88A7C6A45B24}" dt="2026-06-14T09:32:36.833" v="4920" actId="1076"/>
          <ac:grpSpMkLst>
            <pc:docMk/>
            <pc:sldMk cId="328456104" sldId="327"/>
            <ac:grpSpMk id="11" creationId="{B5FCC6C2-1234-86C8-0140-2BE074FCA602}"/>
          </ac:grpSpMkLst>
        </pc:grpChg>
        <pc:grpChg chg="add del mod">
          <ac:chgData name="Sarvesh Joshi" userId="967974f4937ce335" providerId="LiveId" clId="{82D24E87-E234-4743-91AA-88A7C6A45B24}" dt="2026-06-14T09:20:36.875" v="4208" actId="478"/>
          <ac:grpSpMkLst>
            <pc:docMk/>
            <pc:sldMk cId="328456104" sldId="327"/>
            <ac:grpSpMk id="18" creationId="{A0C9A6E5-D9BF-D92A-F46A-98770338E94C}"/>
          </ac:grpSpMkLst>
        </pc:grpChg>
        <pc:grpChg chg="add mod">
          <ac:chgData name="Sarvesh Joshi" userId="967974f4937ce335" providerId="LiveId" clId="{82D24E87-E234-4743-91AA-88A7C6A45B24}" dt="2026-06-14T09:36:16.685" v="4942" actId="207"/>
          <ac:grpSpMkLst>
            <pc:docMk/>
            <pc:sldMk cId="328456104" sldId="327"/>
            <ac:grpSpMk id="49" creationId="{D25E9300-F4B1-65C8-6647-09B69630384B}"/>
          </ac:grpSpMkLst>
        </pc:grpChg>
        <pc:grpChg chg="add mod">
          <ac:chgData name="Sarvesh Joshi" userId="967974f4937ce335" providerId="LiveId" clId="{82D24E87-E234-4743-91AA-88A7C6A45B24}" dt="2026-06-14T09:43:19.316" v="5018" actId="1076"/>
          <ac:grpSpMkLst>
            <pc:docMk/>
            <pc:sldMk cId="328456104" sldId="327"/>
            <ac:grpSpMk id="56" creationId="{E1B619E9-A823-1B7C-7BEC-61F4F625A66B}"/>
          </ac:grpSpMkLst>
        </pc:grpChg>
        <pc:grpChg chg="add mod">
          <ac:chgData name="Sarvesh Joshi" userId="967974f4937ce335" providerId="LiveId" clId="{82D24E87-E234-4743-91AA-88A7C6A45B24}" dt="2026-06-14T09:46:21.525" v="5049"/>
          <ac:grpSpMkLst>
            <pc:docMk/>
            <pc:sldMk cId="328456104" sldId="327"/>
            <ac:grpSpMk id="63" creationId="{696E043A-C19B-DB9F-2221-2E92E7D0802C}"/>
          </ac:grpSpMkLst>
        </pc:grpChg>
        <pc:grpChg chg="add mod">
          <ac:chgData name="Sarvesh Joshi" userId="967974f4937ce335" providerId="LiveId" clId="{82D24E87-E234-4743-91AA-88A7C6A45B24}" dt="2026-06-14T09:46:21.525" v="5049"/>
          <ac:grpSpMkLst>
            <pc:docMk/>
            <pc:sldMk cId="328456104" sldId="327"/>
            <ac:grpSpMk id="68" creationId="{A7F45DA2-B815-62DE-D93D-A8931AE2B9D5}"/>
          </ac:grpSpMkLst>
        </pc:grpChg>
        <pc:grpChg chg="mod">
          <ac:chgData name="Sarvesh Joshi" userId="967974f4937ce335" providerId="LiveId" clId="{82D24E87-E234-4743-91AA-88A7C6A45B24}" dt="2026-06-14T10:10:28.058" v="5509" actId="1076"/>
          <ac:grpSpMkLst>
            <pc:docMk/>
            <pc:sldMk cId="328456104" sldId="327"/>
            <ac:grpSpMk id="74" creationId="{80FFBBA1-9BFA-8187-B0D5-50B6CC2775CF}"/>
          </ac:grpSpMkLst>
        </pc:grpChg>
        <pc:grpChg chg="mod">
          <ac:chgData name="Sarvesh Joshi" userId="967974f4937ce335" providerId="LiveId" clId="{82D24E87-E234-4743-91AA-88A7C6A45B24}" dt="2026-06-14T10:10:24.845" v="5508" actId="1076"/>
          <ac:grpSpMkLst>
            <pc:docMk/>
            <pc:sldMk cId="328456104" sldId="327"/>
            <ac:grpSpMk id="77" creationId="{27F93530-78B2-5651-05BD-E1BD21102869}"/>
          </ac:grpSpMkLst>
        </pc:grpChg>
        <pc:grpChg chg="mod">
          <ac:chgData name="Sarvesh Joshi" userId="967974f4937ce335" providerId="LiveId" clId="{82D24E87-E234-4743-91AA-88A7C6A45B24}" dt="2026-06-14T10:10:21.977" v="5507" actId="1076"/>
          <ac:grpSpMkLst>
            <pc:docMk/>
            <pc:sldMk cId="328456104" sldId="327"/>
            <ac:grpSpMk id="80" creationId="{4672D61F-BFD8-11C2-56B1-B0A0FDE6B16F}"/>
          </ac:grpSpMkLst>
        </pc:grpChg>
        <pc:grpChg chg="mod">
          <ac:chgData name="Sarvesh Joshi" userId="967974f4937ce335" providerId="LiveId" clId="{82D24E87-E234-4743-91AA-88A7C6A45B24}" dt="2026-06-14T10:10:19.288" v="5506" actId="1076"/>
          <ac:grpSpMkLst>
            <pc:docMk/>
            <pc:sldMk cId="328456104" sldId="327"/>
            <ac:grpSpMk id="83" creationId="{B08D4814-7DDF-0FD6-406D-2A7B789CF5EA}"/>
          </ac:grpSpMkLst>
        </pc:grpChg>
        <pc:grpChg chg="mod">
          <ac:chgData name="Sarvesh Joshi" userId="967974f4937ce335" providerId="LiveId" clId="{82D24E87-E234-4743-91AA-88A7C6A45B24}" dt="2026-06-14T10:09:21.733" v="5467" actId="1076"/>
          <ac:grpSpMkLst>
            <pc:docMk/>
            <pc:sldMk cId="328456104" sldId="327"/>
            <ac:grpSpMk id="86" creationId="{0228AFF1-44E2-DC04-B18C-7230B26A2768}"/>
          </ac:grpSpMkLst>
        </pc:grpChg>
        <pc:grpChg chg="add mod">
          <ac:chgData name="Sarvesh Joshi" userId="967974f4937ce335" providerId="LiveId" clId="{82D24E87-E234-4743-91AA-88A7C6A45B24}" dt="2026-06-14T11:00:33.937" v="5655" actId="164"/>
          <ac:grpSpMkLst>
            <pc:docMk/>
            <pc:sldMk cId="328456104" sldId="327"/>
            <ac:grpSpMk id="131" creationId="{C44D30FB-4B54-7DE6-B56C-11A204EE8C30}"/>
          </ac:grpSpMkLst>
        </pc:grpChg>
        <pc:picChg chg="add del mod">
          <ac:chgData name="Sarvesh Joshi" userId="967974f4937ce335" providerId="LiveId" clId="{82D24E87-E234-4743-91AA-88A7C6A45B24}" dt="2026-06-14T09:04:19.631" v="4013" actId="478"/>
          <ac:picMkLst>
            <pc:docMk/>
            <pc:sldMk cId="328456104" sldId="327"/>
            <ac:picMk id="3" creationId="{F0F8183E-491E-7551-C8ED-BD36B1F638D8}"/>
          </ac:picMkLst>
        </pc:picChg>
        <pc:picChg chg="add mod">
          <ac:chgData name="Sarvesh Joshi" userId="967974f4937ce335" providerId="LiveId" clId="{82D24E87-E234-4743-91AA-88A7C6A45B24}" dt="2026-06-14T09:14:33.803" v="4147"/>
          <ac:picMkLst>
            <pc:docMk/>
            <pc:sldMk cId="328456104" sldId="327"/>
            <ac:picMk id="13" creationId="{881BDCFE-D821-95CE-C6A4-7AD9A3CC8FEE}"/>
          </ac:picMkLst>
        </pc:picChg>
        <pc:picChg chg="add del">
          <ac:chgData name="Sarvesh Joshi" userId="967974f4937ce335" providerId="LiveId" clId="{82D24E87-E234-4743-91AA-88A7C6A45B24}" dt="2026-06-14T09:13:33.728" v="4135" actId="478"/>
          <ac:picMkLst>
            <pc:docMk/>
            <pc:sldMk cId="328456104" sldId="327"/>
            <ac:picMk id="15" creationId="{E658C5FF-3AE6-FAF0-5D68-60CF13BFAC04}"/>
          </ac:picMkLst>
        </pc:picChg>
        <pc:picChg chg="add mod">
          <ac:chgData name="Sarvesh Joshi" userId="967974f4937ce335" providerId="LiveId" clId="{82D24E87-E234-4743-91AA-88A7C6A45B24}" dt="2026-06-14T09:14:30.456" v="4146"/>
          <ac:picMkLst>
            <pc:docMk/>
            <pc:sldMk cId="328456104" sldId="327"/>
            <ac:picMk id="17" creationId="{120EC61E-3D87-BC72-2EE1-37B3F430A451}"/>
          </ac:picMkLst>
        </pc:picChg>
      </pc:sldChg>
      <pc:sldChg chg="addSp delSp modSp new del mod">
        <pc:chgData name="Sarvesh Joshi" userId="967974f4937ce335" providerId="LiveId" clId="{82D24E87-E234-4743-91AA-88A7C6A45B24}" dt="2026-06-14T09:12:43.633" v="4123" actId="47"/>
        <pc:sldMkLst>
          <pc:docMk/>
          <pc:sldMk cId="2674372102" sldId="328"/>
        </pc:sldMkLst>
        <pc:spChg chg="add del">
          <ac:chgData name="Sarvesh Joshi" userId="967974f4937ce335" providerId="LiveId" clId="{82D24E87-E234-4743-91AA-88A7C6A45B24}" dt="2026-06-14T09:12:27.689" v="4118" actId="22"/>
          <ac:spMkLst>
            <pc:docMk/>
            <pc:sldMk cId="2674372102" sldId="328"/>
            <ac:spMk id="3" creationId="{F058336C-DD14-C39C-F34E-444F19DEBB0C}"/>
          </ac:spMkLst>
        </pc:spChg>
        <pc:spChg chg="add del">
          <ac:chgData name="Sarvesh Joshi" userId="967974f4937ce335" providerId="LiveId" clId="{82D24E87-E234-4743-91AA-88A7C6A45B24}" dt="2026-06-14T09:12:33.853" v="4120" actId="478"/>
          <ac:spMkLst>
            <pc:docMk/>
            <pc:sldMk cId="2674372102" sldId="328"/>
            <ac:spMk id="5" creationId="{0FB7F080-CB53-10C8-1181-BA36957C53B4}"/>
          </ac:spMkLst>
        </pc:spChg>
        <pc:spChg chg="mod">
          <ac:chgData name="Sarvesh Joshi" userId="967974f4937ce335" providerId="LiveId" clId="{82D24E87-E234-4743-91AA-88A7C6A45B24}" dt="2026-06-14T09:12:34.652" v="4121"/>
          <ac:spMkLst>
            <pc:docMk/>
            <pc:sldMk cId="2674372102" sldId="328"/>
            <ac:spMk id="7" creationId="{9B5C6575-4158-1E8E-E339-72998E928AE2}"/>
          </ac:spMkLst>
        </pc:spChg>
        <pc:spChg chg="mod">
          <ac:chgData name="Sarvesh Joshi" userId="967974f4937ce335" providerId="LiveId" clId="{82D24E87-E234-4743-91AA-88A7C6A45B24}" dt="2026-06-14T09:12:34.652" v="4121"/>
          <ac:spMkLst>
            <pc:docMk/>
            <pc:sldMk cId="2674372102" sldId="328"/>
            <ac:spMk id="8" creationId="{462C95B6-4075-578F-1BFF-C8AF8552FB59}"/>
          </ac:spMkLst>
        </pc:spChg>
        <pc:spChg chg="mod">
          <ac:chgData name="Sarvesh Joshi" userId="967974f4937ce335" providerId="LiveId" clId="{82D24E87-E234-4743-91AA-88A7C6A45B24}" dt="2026-06-14T09:12:34.652" v="4121"/>
          <ac:spMkLst>
            <pc:docMk/>
            <pc:sldMk cId="2674372102" sldId="328"/>
            <ac:spMk id="9" creationId="{B6C11D5C-C005-6B53-2A05-8C285CB1BE2D}"/>
          </ac:spMkLst>
        </pc:spChg>
        <pc:spChg chg="mod">
          <ac:chgData name="Sarvesh Joshi" userId="967974f4937ce335" providerId="LiveId" clId="{82D24E87-E234-4743-91AA-88A7C6A45B24}" dt="2026-06-14T09:12:34.652" v="4121"/>
          <ac:spMkLst>
            <pc:docMk/>
            <pc:sldMk cId="2674372102" sldId="328"/>
            <ac:spMk id="10" creationId="{D7D3BE9E-B0B0-BFF7-1691-087827E7350E}"/>
          </ac:spMkLst>
        </pc:spChg>
        <pc:grpChg chg="add mod">
          <ac:chgData name="Sarvesh Joshi" userId="967974f4937ce335" providerId="LiveId" clId="{82D24E87-E234-4743-91AA-88A7C6A45B24}" dt="2026-06-14T09:12:34.652" v="4121"/>
          <ac:grpSpMkLst>
            <pc:docMk/>
            <pc:sldMk cId="2674372102" sldId="328"/>
            <ac:grpSpMk id="6" creationId="{6626583D-82BD-03EC-06E9-7E577E577559}"/>
          </ac:grpSpMkLst>
        </pc:grpChg>
      </pc:sldChg>
      <pc:sldChg chg="add del setBg">
        <pc:chgData name="Sarvesh Joshi" userId="967974f4937ce335" providerId="LiveId" clId="{82D24E87-E234-4743-91AA-88A7C6A45B24}" dt="2026-06-14T09:04:00.343" v="4010"/>
        <pc:sldMkLst>
          <pc:docMk/>
          <pc:sldMk cId="4139112532" sldId="328"/>
        </pc:sldMkLst>
      </pc:sldChg>
      <pc:sldChg chg="addSp delSp modSp add del mod modTransition">
        <pc:chgData name="Sarvesh Joshi" userId="967974f4937ce335" providerId="LiveId" clId="{82D24E87-E234-4743-91AA-88A7C6A45B24}" dt="2026-06-15T13:31:31.102" v="11711" actId="47"/>
        <pc:sldMkLst>
          <pc:docMk/>
          <pc:sldMk cId="2631906588" sldId="329"/>
        </pc:sldMkLst>
        <pc:spChg chg="del mod">
          <ac:chgData name="Sarvesh Joshi" userId="967974f4937ce335" providerId="LiveId" clId="{82D24E87-E234-4743-91AA-88A7C6A45B24}" dt="2026-06-14T09:12:59.006" v="4129" actId="478"/>
          <ac:spMkLst>
            <pc:docMk/>
            <pc:sldMk cId="2631906588" sldId="329"/>
            <ac:spMk id="4" creationId="{0DEDAC74-817B-7BAA-9ABB-5BC1A73D65B1}"/>
          </ac:spMkLst>
        </pc:spChg>
        <pc:spChg chg="mod topLvl">
          <ac:chgData name="Sarvesh Joshi" userId="967974f4937ce335" providerId="LiveId" clId="{82D24E87-E234-4743-91AA-88A7C6A45B24}" dt="2026-06-14T09:13:54.241" v="4141" actId="478"/>
          <ac:spMkLst>
            <pc:docMk/>
            <pc:sldMk cId="2631906588" sldId="329"/>
            <ac:spMk id="5" creationId="{E6146EE4-51C0-442C-632A-84704A46E3F8}"/>
          </ac:spMkLst>
        </pc:spChg>
        <pc:spChg chg="add del mod">
          <ac:chgData name="Sarvesh Joshi" userId="967974f4937ce335" providerId="LiveId" clId="{82D24E87-E234-4743-91AA-88A7C6A45B24}" dt="2026-06-14T09:16:50.837" v="4204" actId="255"/>
          <ac:spMkLst>
            <pc:docMk/>
            <pc:sldMk cId="2631906588" sldId="329"/>
            <ac:spMk id="7" creationId="{DC0DE9FA-D66B-1C07-214F-01C609489A32}"/>
          </ac:spMkLst>
        </pc:spChg>
        <pc:spChg chg="del mod topLvl">
          <ac:chgData name="Sarvesh Joshi" userId="967974f4937ce335" providerId="LiveId" clId="{82D24E87-E234-4743-91AA-88A7C6A45B24}" dt="2026-06-14T09:13:54.241" v="4141" actId="478"/>
          <ac:spMkLst>
            <pc:docMk/>
            <pc:sldMk cId="2631906588" sldId="329"/>
            <ac:spMk id="8" creationId="{B94C96FF-0230-185A-6DA8-0A32801CD962}"/>
          </ac:spMkLst>
        </pc:spChg>
        <pc:spChg chg="del mod">
          <ac:chgData name="Sarvesh Joshi" userId="967974f4937ce335" providerId="LiveId" clId="{82D24E87-E234-4743-91AA-88A7C6A45B24}" dt="2026-06-14T09:13:52.934" v="4140" actId="478"/>
          <ac:spMkLst>
            <pc:docMk/>
            <pc:sldMk cId="2631906588" sldId="329"/>
            <ac:spMk id="10" creationId="{A80EF091-0773-7F8F-E6DD-1AA2BDE9BDA1}"/>
          </ac:spMkLst>
        </pc:spChg>
        <pc:spChg chg="add mod">
          <ac:chgData name="Sarvesh Joshi" userId="967974f4937ce335" providerId="LiveId" clId="{82D24E87-E234-4743-91AA-88A7C6A45B24}" dt="2026-06-14T09:29:52.213" v="4816" actId="14100"/>
          <ac:spMkLst>
            <pc:docMk/>
            <pc:sldMk cId="2631906588" sldId="329"/>
            <ac:spMk id="16" creationId="{A57D86F8-7F79-DE31-EE79-53F597BB3B92}"/>
          </ac:spMkLst>
        </pc:spChg>
        <pc:spChg chg="add mod">
          <ac:chgData name="Sarvesh Joshi" userId="967974f4937ce335" providerId="LiveId" clId="{82D24E87-E234-4743-91AA-88A7C6A45B24}" dt="2026-06-14T09:31:46.507" v="4915" actId="108"/>
          <ac:spMkLst>
            <pc:docMk/>
            <pc:sldMk cId="2631906588" sldId="329"/>
            <ac:spMk id="18" creationId="{6BDAB7D8-038D-9537-271D-803AA03B2043}"/>
          </ac:spMkLst>
        </pc:spChg>
        <pc:spChg chg="mod">
          <ac:chgData name="Sarvesh Joshi" userId="967974f4937ce335" providerId="LiveId" clId="{82D24E87-E234-4743-91AA-88A7C6A45B24}" dt="2026-06-14T09:33:55.274" v="4931"/>
          <ac:spMkLst>
            <pc:docMk/>
            <pc:sldMk cId="2631906588" sldId="329"/>
            <ac:spMk id="20" creationId="{05875BF8-25B7-A961-747C-C73761F71839}"/>
          </ac:spMkLst>
        </pc:spChg>
        <pc:spChg chg="mod">
          <ac:chgData name="Sarvesh Joshi" userId="967974f4937ce335" providerId="LiveId" clId="{82D24E87-E234-4743-91AA-88A7C6A45B24}" dt="2026-06-14T09:33:55.274" v="4931"/>
          <ac:spMkLst>
            <pc:docMk/>
            <pc:sldMk cId="2631906588" sldId="329"/>
            <ac:spMk id="21" creationId="{DF6FF10C-27DD-4CD3-9886-567F74AF3076}"/>
          </ac:spMkLst>
        </pc:spChg>
        <pc:spChg chg="mod">
          <ac:chgData name="Sarvesh Joshi" userId="967974f4937ce335" providerId="LiveId" clId="{82D24E87-E234-4743-91AA-88A7C6A45B24}" dt="2026-06-15T11:26:39.119" v="9831"/>
          <ac:spMkLst>
            <pc:docMk/>
            <pc:sldMk cId="2631906588" sldId="329"/>
            <ac:spMk id="23" creationId="{3E624159-DB98-0989-A125-C7FB37897822}"/>
          </ac:spMkLst>
        </pc:spChg>
        <pc:spChg chg="mod">
          <ac:chgData name="Sarvesh Joshi" userId="967974f4937ce335" providerId="LiveId" clId="{82D24E87-E234-4743-91AA-88A7C6A45B24}" dt="2026-06-15T11:26:39.119" v="9831"/>
          <ac:spMkLst>
            <pc:docMk/>
            <pc:sldMk cId="2631906588" sldId="329"/>
            <ac:spMk id="24" creationId="{561CD35F-2E1E-F361-8EE7-6240627EB744}"/>
          </ac:spMkLst>
        </pc:spChg>
        <pc:spChg chg="mod">
          <ac:chgData name="Sarvesh Joshi" userId="967974f4937ce335" providerId="LiveId" clId="{82D24E87-E234-4743-91AA-88A7C6A45B24}" dt="2026-06-15T11:26:39.119" v="9831"/>
          <ac:spMkLst>
            <pc:docMk/>
            <pc:sldMk cId="2631906588" sldId="329"/>
            <ac:spMk id="25" creationId="{12793B42-E272-4DED-14EC-8D4E7C9B2711}"/>
          </ac:spMkLst>
        </pc:spChg>
        <pc:spChg chg="add mod">
          <ac:chgData name="Sarvesh Joshi" userId="967974f4937ce335" providerId="LiveId" clId="{82D24E87-E234-4743-91AA-88A7C6A45B24}" dt="2026-06-15T11:26:39.119" v="9831"/>
          <ac:spMkLst>
            <pc:docMk/>
            <pc:sldMk cId="2631906588" sldId="329"/>
            <ac:spMk id="209" creationId="{858D9751-9FEF-E298-98C5-EEAAB5495E9A}"/>
          </ac:spMkLst>
        </pc:spChg>
        <pc:spChg chg="add mod">
          <ac:chgData name="Sarvesh Joshi" userId="967974f4937ce335" providerId="LiveId" clId="{82D24E87-E234-4743-91AA-88A7C6A45B24}" dt="2026-06-15T11:26:39.119" v="9831"/>
          <ac:spMkLst>
            <pc:docMk/>
            <pc:sldMk cId="2631906588" sldId="329"/>
            <ac:spMk id="211" creationId="{85A546A6-B897-1935-7A6E-4ED8E681F54F}"/>
          </ac:spMkLst>
        </pc:spChg>
        <pc:grpChg chg="add del mod">
          <ac:chgData name="Sarvesh Joshi" userId="967974f4937ce335" providerId="LiveId" clId="{82D24E87-E234-4743-91AA-88A7C6A45B24}" dt="2026-06-14T09:21:53.050" v="4277" actId="478"/>
          <ac:grpSpMkLst>
            <pc:docMk/>
            <pc:sldMk cId="2631906588" sldId="329"/>
            <ac:grpSpMk id="2" creationId="{F75B897E-A647-C552-CB40-A8E79066EB9B}"/>
          </ac:grpSpMkLst>
        </pc:grpChg>
        <pc:grpChg chg="add mod">
          <ac:chgData name="Sarvesh Joshi" userId="967974f4937ce335" providerId="LiveId" clId="{82D24E87-E234-4743-91AA-88A7C6A45B24}" dt="2026-06-14T09:15:56.105" v="4178" actId="164"/>
          <ac:grpSpMkLst>
            <pc:docMk/>
            <pc:sldMk cId="2631906588" sldId="329"/>
            <ac:grpSpMk id="9" creationId="{5A5C90E6-D507-5F2F-DE96-A955E403B0AA}"/>
          </ac:grpSpMkLst>
        </pc:grpChg>
        <pc:grpChg chg="del">
          <ac:chgData name="Sarvesh Joshi" userId="967974f4937ce335" providerId="LiveId" clId="{82D24E87-E234-4743-91AA-88A7C6A45B24}" dt="2026-06-14T09:13:54.241" v="4141" actId="478"/>
          <ac:grpSpMkLst>
            <pc:docMk/>
            <pc:sldMk cId="2631906588" sldId="329"/>
            <ac:grpSpMk id="11" creationId="{EF665B96-8749-3672-7139-F20BB4D4BCF3}"/>
          </ac:grpSpMkLst>
        </pc:grpChg>
        <pc:grpChg chg="add mod">
          <ac:chgData name="Sarvesh Joshi" userId="967974f4937ce335" providerId="LiveId" clId="{82D24E87-E234-4743-91AA-88A7C6A45B24}" dt="2026-06-14T09:16:47.785" v="4195" actId="164"/>
          <ac:grpSpMkLst>
            <pc:docMk/>
            <pc:sldMk cId="2631906588" sldId="329"/>
            <ac:grpSpMk id="14" creationId="{CE462F0C-3A41-EEB9-B048-702600983C4B}"/>
          </ac:grpSpMkLst>
        </pc:grpChg>
        <pc:grpChg chg="add mod">
          <ac:chgData name="Sarvesh Joshi" userId="967974f4937ce335" providerId="LiveId" clId="{82D24E87-E234-4743-91AA-88A7C6A45B24}" dt="2026-06-14T09:33:55.274" v="4931"/>
          <ac:grpSpMkLst>
            <pc:docMk/>
            <pc:sldMk cId="2631906588" sldId="329"/>
            <ac:grpSpMk id="19" creationId="{5D899848-12F5-7AC1-BFC0-719ED2379FE5}"/>
          </ac:grpSpMkLst>
        </pc:grpChg>
        <pc:grpChg chg="add mod">
          <ac:chgData name="Sarvesh Joshi" userId="967974f4937ce335" providerId="LiveId" clId="{82D24E87-E234-4743-91AA-88A7C6A45B24}" dt="2026-06-15T11:26:39.119" v="9831"/>
          <ac:grpSpMkLst>
            <pc:docMk/>
            <pc:sldMk cId="2631906588" sldId="329"/>
            <ac:grpSpMk id="22" creationId="{6E1473D0-2D27-233A-77F2-DE9B148DC689}"/>
          </ac:grpSpMkLst>
        </pc:grpChg>
        <pc:picChg chg="add del mod topLvl">
          <ac:chgData name="Sarvesh Joshi" userId="967974f4937ce335" providerId="LiveId" clId="{82D24E87-E234-4743-91AA-88A7C6A45B24}" dt="2026-06-14T09:16:51.361" v="4205" actId="478"/>
          <ac:picMkLst>
            <pc:docMk/>
            <pc:sldMk cId="2631906588" sldId="329"/>
            <ac:picMk id="3" creationId="{C7DFFC78-35CB-4D24-8E9B-18CE6F9D93B4}"/>
          </ac:picMkLst>
        </pc:picChg>
        <pc:picChg chg="add del mod topLvl">
          <ac:chgData name="Sarvesh Joshi" userId="967974f4937ce335" providerId="LiveId" clId="{82D24E87-E234-4743-91AA-88A7C6A45B24}" dt="2026-06-14T09:16:59.777" v="4207" actId="29295"/>
          <ac:picMkLst>
            <pc:docMk/>
            <pc:sldMk cId="2631906588" sldId="329"/>
            <ac:picMk id="6" creationId="{09F8F40E-39F4-3E0E-A69E-C4F7D47AC579}"/>
          </ac:picMkLst>
        </pc:picChg>
        <pc:picChg chg="add del mod">
          <ac:chgData name="Sarvesh Joshi" userId="967974f4937ce335" providerId="LiveId" clId="{82D24E87-E234-4743-91AA-88A7C6A45B24}" dt="2026-06-14T09:16:48.662" v="4198" actId="22"/>
          <ac:picMkLst>
            <pc:docMk/>
            <pc:sldMk cId="2631906588" sldId="329"/>
            <ac:picMk id="13" creationId="{827827E6-E585-850C-015A-EEF6017539F3}"/>
          </ac:picMkLst>
        </pc:picChg>
      </pc:sldChg>
      <pc:sldChg chg="addSp delSp modSp add del mod">
        <pc:chgData name="Sarvesh Joshi" userId="967974f4937ce335" providerId="LiveId" clId="{82D24E87-E234-4743-91AA-88A7C6A45B24}" dt="2026-06-15T13:31:31.558" v="11712" actId="47"/>
        <pc:sldMkLst>
          <pc:docMk/>
          <pc:sldMk cId="3491391610" sldId="330"/>
        </pc:sldMkLst>
        <pc:spChg chg="add mod">
          <ac:chgData name="Sarvesh Joshi" userId="967974f4937ce335" providerId="LiveId" clId="{82D24E87-E234-4743-91AA-88A7C6A45B24}" dt="2026-06-14T09:31:58.369" v="4917" actId="1076"/>
          <ac:spMkLst>
            <pc:docMk/>
            <pc:sldMk cId="3491391610" sldId="330"/>
            <ac:spMk id="3" creationId="{CB9936B8-B0C2-32F5-0916-25F90FDECAE3}"/>
          </ac:spMkLst>
        </pc:spChg>
        <pc:spChg chg="mod">
          <ac:chgData name="Sarvesh Joshi" userId="967974f4937ce335" providerId="LiveId" clId="{82D24E87-E234-4743-91AA-88A7C6A45B24}" dt="2026-06-14T09:33:57.015" v="4932"/>
          <ac:spMkLst>
            <pc:docMk/>
            <pc:sldMk cId="3491391610" sldId="330"/>
            <ac:spMk id="6" creationId="{7AFBB033-3504-DCD4-0B15-FE49F5D533DA}"/>
          </ac:spMkLst>
        </pc:spChg>
        <pc:spChg chg="mod">
          <ac:chgData name="Sarvesh Joshi" userId="967974f4937ce335" providerId="LiveId" clId="{82D24E87-E234-4743-91AA-88A7C6A45B24}" dt="2026-06-14T09:33:57.015" v="4932"/>
          <ac:spMkLst>
            <pc:docMk/>
            <pc:sldMk cId="3491391610" sldId="330"/>
            <ac:spMk id="7" creationId="{4C1BF832-88A2-89EB-78D1-521CFED807EF}"/>
          </ac:spMkLst>
        </pc:spChg>
        <pc:spChg chg="del">
          <ac:chgData name="Sarvesh Joshi" userId="967974f4937ce335" providerId="LiveId" clId="{82D24E87-E234-4743-91AA-88A7C6A45B24}" dt="2026-06-14T09:22:44.020" v="4289" actId="478"/>
          <ac:spMkLst>
            <pc:docMk/>
            <pc:sldMk cId="3491391610" sldId="330"/>
            <ac:spMk id="16" creationId="{DC23A1EE-DBEB-6A4C-81A4-4DF6FAB9DD1B}"/>
          </ac:spMkLst>
        </pc:spChg>
        <pc:spChg chg="del">
          <ac:chgData name="Sarvesh Joshi" userId="967974f4937ce335" providerId="LiveId" clId="{82D24E87-E234-4743-91AA-88A7C6A45B24}" dt="2026-06-14T09:22:45.516" v="4290" actId="478"/>
          <ac:spMkLst>
            <pc:docMk/>
            <pc:sldMk cId="3491391610" sldId="330"/>
            <ac:spMk id="18" creationId="{A4BF9498-8B4F-8472-DD66-179EA6C8C4EE}"/>
          </ac:spMkLst>
        </pc:spChg>
        <pc:grpChg chg="add mod">
          <ac:chgData name="Sarvesh Joshi" userId="967974f4937ce335" providerId="LiveId" clId="{82D24E87-E234-4743-91AA-88A7C6A45B24}" dt="2026-06-14T09:33:57.015" v="4932"/>
          <ac:grpSpMkLst>
            <pc:docMk/>
            <pc:sldMk cId="3491391610" sldId="330"/>
            <ac:grpSpMk id="4" creationId="{AB2E258E-C8AF-30CD-79E3-AFC4F40E42AF}"/>
          </ac:grpSpMkLst>
        </pc:grpChg>
      </pc:sldChg>
      <pc:sldChg chg="del">
        <pc:chgData name="Sarvesh Joshi" userId="967974f4937ce335" providerId="LiveId" clId="{82D24E87-E234-4743-91AA-88A7C6A45B24}" dt="2026-06-15T13:31:32.031" v="11713" actId="47"/>
        <pc:sldMkLst>
          <pc:docMk/>
          <pc:sldMk cId="1479007258" sldId="331"/>
        </pc:sldMkLst>
      </pc:sldChg>
      <pc:sldChg chg="addSp delSp modSp add mod ord modTransition setBg addAnim delAnim modAnim">
        <pc:chgData name="Sarvesh Joshi" userId="967974f4937ce335" providerId="LiveId" clId="{82D24E87-E234-4743-91AA-88A7C6A45B24}" dt="2026-06-15T16:02:30.498" v="14062" actId="167"/>
        <pc:sldMkLst>
          <pc:docMk/>
          <pc:sldMk cId="984982454" sldId="332"/>
        </pc:sldMkLst>
        <pc:spChg chg="mod">
          <ac:chgData name="Sarvesh Joshi" userId="967974f4937ce335" providerId="LiveId" clId="{82D24E87-E234-4743-91AA-88A7C6A45B24}" dt="2026-06-14T11:17:22.888" v="5899" actId="1076"/>
          <ac:spMkLst>
            <pc:docMk/>
            <pc:sldMk cId="984982454" sldId="332"/>
            <ac:spMk id="2" creationId="{5016BF14-CC1E-8303-B8C7-0630D331FEBC}"/>
          </ac:spMkLst>
        </pc:spChg>
        <pc:spChg chg="del">
          <ac:chgData name="Sarvesh Joshi" userId="967974f4937ce335" providerId="LiveId" clId="{82D24E87-E234-4743-91AA-88A7C6A45B24}" dt="2026-06-14T10:57:24.754" v="5639" actId="478"/>
          <ac:spMkLst>
            <pc:docMk/>
            <pc:sldMk cId="984982454" sldId="332"/>
            <ac:spMk id="3" creationId="{16552454-DCF1-C1C5-3FC7-4117FA4C9D38}"/>
          </ac:spMkLst>
        </pc:spChg>
        <pc:spChg chg="del">
          <ac:chgData name="Sarvesh Joshi" userId="967974f4937ce335" providerId="LiveId" clId="{82D24E87-E234-4743-91AA-88A7C6A45B24}" dt="2026-06-14T10:56:20.601" v="5626" actId="478"/>
          <ac:spMkLst>
            <pc:docMk/>
            <pc:sldMk cId="984982454" sldId="332"/>
            <ac:spMk id="4" creationId="{7904110C-E434-1AF0-2FCD-BB475D9B8A19}"/>
          </ac:spMkLst>
        </pc:spChg>
        <pc:spChg chg="mod">
          <ac:chgData name="Sarvesh Joshi" userId="967974f4937ce335" providerId="LiveId" clId="{82D24E87-E234-4743-91AA-88A7C6A45B24}" dt="2026-06-14T10:56:08.639" v="5624" actId="164"/>
          <ac:spMkLst>
            <pc:docMk/>
            <pc:sldMk cId="984982454" sldId="332"/>
            <ac:spMk id="5" creationId="{9B7FD0FB-41A8-684E-7CCD-A0F1D4DC5E96}"/>
          </ac:spMkLst>
        </pc:spChg>
        <pc:spChg chg="mod">
          <ac:chgData name="Sarvesh Joshi" userId="967974f4937ce335" providerId="LiveId" clId="{82D24E87-E234-4743-91AA-88A7C6A45B24}" dt="2026-06-14T11:22:12.514" v="5974" actId="1076"/>
          <ac:spMkLst>
            <pc:docMk/>
            <pc:sldMk cId="984982454" sldId="332"/>
            <ac:spMk id="7" creationId="{AF3982F2-F0E4-3FCF-71A8-EDE0EE618740}"/>
          </ac:spMkLst>
        </pc:spChg>
        <pc:spChg chg="mod">
          <ac:chgData name="Sarvesh Joshi" userId="967974f4937ce335" providerId="LiveId" clId="{82D24E87-E234-4743-91AA-88A7C6A45B24}" dt="2026-06-14T10:54:18.811" v="5601" actId="164"/>
          <ac:spMkLst>
            <pc:docMk/>
            <pc:sldMk cId="984982454" sldId="332"/>
            <ac:spMk id="8" creationId="{C6DB6423-7F76-38F3-5B0D-D1AD484643ED}"/>
          </ac:spMkLst>
        </pc:spChg>
        <pc:spChg chg="mod">
          <ac:chgData name="Sarvesh Joshi" userId="967974f4937ce335" providerId="LiveId" clId="{82D24E87-E234-4743-91AA-88A7C6A45B24}" dt="2026-06-15T13:17:37.265" v="11611" actId="164"/>
          <ac:spMkLst>
            <pc:docMk/>
            <pc:sldMk cId="984982454" sldId="332"/>
            <ac:spMk id="9" creationId="{7DCB0E7F-6378-F911-BC6A-F3B097B04B10}"/>
          </ac:spMkLst>
        </pc:spChg>
        <pc:spChg chg="mod">
          <ac:chgData name="Sarvesh Joshi" userId="967974f4937ce335" providerId="LiveId" clId="{82D24E87-E234-4743-91AA-88A7C6A45B24}" dt="2026-06-14T10:54:36.214" v="5606" actId="164"/>
          <ac:spMkLst>
            <pc:docMk/>
            <pc:sldMk cId="984982454" sldId="332"/>
            <ac:spMk id="10" creationId="{B289AF70-2D04-77C0-94A0-96EC8A3D8AB1}"/>
          </ac:spMkLst>
        </pc:spChg>
        <pc:spChg chg="mod">
          <ac:chgData name="Sarvesh Joshi" userId="967974f4937ce335" providerId="LiveId" clId="{82D24E87-E234-4743-91AA-88A7C6A45B24}" dt="2026-06-14T10:54:45.653" v="5609" actId="164"/>
          <ac:spMkLst>
            <pc:docMk/>
            <pc:sldMk cId="984982454" sldId="332"/>
            <ac:spMk id="12" creationId="{3EF0E238-8635-3DD1-929E-E756D2010E89}"/>
          </ac:spMkLst>
        </pc:spChg>
        <pc:spChg chg="mod">
          <ac:chgData name="Sarvesh Joshi" userId="967974f4937ce335" providerId="LiveId" clId="{82D24E87-E234-4743-91AA-88A7C6A45B24}" dt="2026-06-14T11:00:51.162" v="5662" actId="164"/>
          <ac:spMkLst>
            <pc:docMk/>
            <pc:sldMk cId="984982454" sldId="332"/>
            <ac:spMk id="14" creationId="{BB7B2C5C-3D2D-75BA-C42E-521524EC1DE3}"/>
          </ac:spMkLst>
        </pc:spChg>
        <pc:spChg chg="del mod">
          <ac:chgData name="Sarvesh Joshi" userId="967974f4937ce335" providerId="LiveId" clId="{82D24E87-E234-4743-91AA-88A7C6A45B24}" dt="2026-06-14T11:10:39.524" v="5746" actId="478"/>
          <ac:spMkLst>
            <pc:docMk/>
            <pc:sldMk cId="984982454" sldId="332"/>
            <ac:spMk id="15" creationId="{2B23CF5B-8B89-DA08-76A8-AAB8AC462439}"/>
          </ac:spMkLst>
        </pc:spChg>
        <pc:spChg chg="del mod">
          <ac:chgData name="Sarvesh Joshi" userId="967974f4937ce335" providerId="LiveId" clId="{82D24E87-E234-4743-91AA-88A7C6A45B24}" dt="2026-06-14T11:10:53.127" v="5749" actId="478"/>
          <ac:spMkLst>
            <pc:docMk/>
            <pc:sldMk cId="984982454" sldId="332"/>
            <ac:spMk id="16" creationId="{70F3F38D-E048-D614-2A5A-D76F9D96C1D8}"/>
          </ac:spMkLst>
        </pc:spChg>
        <pc:spChg chg="mod">
          <ac:chgData name="Sarvesh Joshi" userId="967974f4937ce335" providerId="LiveId" clId="{82D24E87-E234-4743-91AA-88A7C6A45B24}" dt="2026-06-15T13:17:37.265" v="11611" actId="164"/>
          <ac:spMkLst>
            <pc:docMk/>
            <pc:sldMk cId="984982454" sldId="332"/>
            <ac:spMk id="19" creationId="{F9324A0D-00E6-053F-D459-3D427499BC44}"/>
          </ac:spMkLst>
        </pc:spChg>
        <pc:spChg chg="mod">
          <ac:chgData name="Sarvesh Joshi" userId="967974f4937ce335" providerId="LiveId" clId="{82D24E87-E234-4743-91AA-88A7C6A45B24}" dt="2026-06-15T13:17:37.265" v="11611" actId="164"/>
          <ac:spMkLst>
            <pc:docMk/>
            <pc:sldMk cId="984982454" sldId="332"/>
            <ac:spMk id="20" creationId="{250DF780-C71E-F135-14DA-F9F64844C37B}"/>
          </ac:spMkLst>
        </pc:spChg>
        <pc:spChg chg="del">
          <ac:chgData name="Sarvesh Joshi" userId="967974f4937ce335" providerId="LiveId" clId="{82D24E87-E234-4743-91AA-88A7C6A45B24}" dt="2026-06-14T11:11:32.189" v="5756" actId="478"/>
          <ac:spMkLst>
            <pc:docMk/>
            <pc:sldMk cId="984982454" sldId="332"/>
            <ac:spMk id="21" creationId="{43367A93-4E8E-343C-9E43-4E49F0F52B17}"/>
          </ac:spMkLst>
        </pc:spChg>
        <pc:spChg chg="del mod">
          <ac:chgData name="Sarvesh Joshi" userId="967974f4937ce335" providerId="LiveId" clId="{82D24E87-E234-4743-91AA-88A7C6A45B24}" dt="2026-06-14T11:13:38.997" v="5855" actId="478"/>
          <ac:spMkLst>
            <pc:docMk/>
            <pc:sldMk cId="984982454" sldId="332"/>
            <ac:spMk id="22" creationId="{A20BFACF-6EEF-E18A-A099-70DEB5DA0F87}"/>
          </ac:spMkLst>
        </pc:spChg>
        <pc:spChg chg="del mod">
          <ac:chgData name="Sarvesh Joshi" userId="967974f4937ce335" providerId="LiveId" clId="{82D24E87-E234-4743-91AA-88A7C6A45B24}" dt="2026-06-14T11:13:54.202" v="5863" actId="478"/>
          <ac:spMkLst>
            <pc:docMk/>
            <pc:sldMk cId="984982454" sldId="332"/>
            <ac:spMk id="23" creationId="{42B2F036-2987-BF86-DC17-C66D7C68CBBC}"/>
          </ac:spMkLst>
        </pc:spChg>
        <pc:spChg chg="del">
          <ac:chgData name="Sarvesh Joshi" userId="967974f4937ce335" providerId="LiveId" clId="{82D24E87-E234-4743-91AA-88A7C6A45B24}" dt="2026-06-14T11:13:52.870" v="5862" actId="478"/>
          <ac:spMkLst>
            <pc:docMk/>
            <pc:sldMk cId="984982454" sldId="332"/>
            <ac:spMk id="24" creationId="{13B32248-B3F2-AB31-75E4-8F3458434854}"/>
          </ac:spMkLst>
        </pc:spChg>
        <pc:spChg chg="add mod ord">
          <ac:chgData name="Sarvesh Joshi" userId="967974f4937ce335" providerId="LiveId" clId="{82D24E87-E234-4743-91AA-88A7C6A45B24}" dt="2026-06-14T10:56:08.639" v="5624" actId="164"/>
          <ac:spMkLst>
            <pc:docMk/>
            <pc:sldMk cId="984982454" sldId="332"/>
            <ac:spMk id="28" creationId="{A61DEA8C-E2B7-1C37-1DA1-3FA65D777529}"/>
          </ac:spMkLst>
        </pc:spChg>
        <pc:spChg chg="add mod">
          <ac:chgData name="Sarvesh Joshi" userId="967974f4937ce335" providerId="LiveId" clId="{82D24E87-E234-4743-91AA-88A7C6A45B24}" dt="2026-06-15T13:17:37.265" v="11611" actId="164"/>
          <ac:spMkLst>
            <pc:docMk/>
            <pc:sldMk cId="984982454" sldId="332"/>
            <ac:spMk id="30" creationId="{AB6F6BE3-2E2D-0583-10C3-3EA5094F1579}"/>
          </ac:spMkLst>
        </pc:spChg>
        <pc:spChg chg="mod">
          <ac:chgData name="Sarvesh Joshi" userId="967974f4937ce335" providerId="LiveId" clId="{82D24E87-E234-4743-91AA-88A7C6A45B24}" dt="2026-06-14T12:55:32.068" v="6242" actId="1076"/>
          <ac:spMkLst>
            <pc:docMk/>
            <pc:sldMk cId="984982454" sldId="332"/>
            <ac:spMk id="32" creationId="{64888571-3CF9-FD4A-84B6-3608A3F337D3}"/>
          </ac:spMkLst>
        </pc:spChg>
        <pc:spChg chg="mod">
          <ac:chgData name="Sarvesh Joshi" userId="967974f4937ce335" providerId="LiveId" clId="{82D24E87-E234-4743-91AA-88A7C6A45B24}" dt="2026-06-14T12:55:29.027" v="6241" actId="1076"/>
          <ac:spMkLst>
            <pc:docMk/>
            <pc:sldMk cId="984982454" sldId="332"/>
            <ac:spMk id="33" creationId="{E4963747-6DF6-D4D2-E53F-4DA594852BEE}"/>
          </ac:spMkLst>
        </pc:spChg>
        <pc:spChg chg="add mod">
          <ac:chgData name="Sarvesh Joshi" userId="967974f4937ce335" providerId="LiveId" clId="{82D24E87-E234-4743-91AA-88A7C6A45B24}" dt="2026-06-15T13:18:33.893" v="11624" actId="164"/>
          <ac:spMkLst>
            <pc:docMk/>
            <pc:sldMk cId="984982454" sldId="332"/>
            <ac:spMk id="35" creationId="{20B74E2D-ECA6-04FA-5CC8-DB6BB68CDC70}"/>
          </ac:spMkLst>
        </pc:spChg>
        <pc:spChg chg="add mod">
          <ac:chgData name="Sarvesh Joshi" userId="967974f4937ce335" providerId="LiveId" clId="{82D24E87-E234-4743-91AA-88A7C6A45B24}" dt="2026-06-15T13:17:59.954" v="11617" actId="164"/>
          <ac:spMkLst>
            <pc:docMk/>
            <pc:sldMk cId="984982454" sldId="332"/>
            <ac:spMk id="37" creationId="{305CD25A-94E8-ED79-A28F-C6603C51CC0E}"/>
          </ac:spMkLst>
        </pc:spChg>
        <pc:spChg chg="add mod">
          <ac:chgData name="Sarvesh Joshi" userId="967974f4937ce335" providerId="LiveId" clId="{82D24E87-E234-4743-91AA-88A7C6A45B24}" dt="2026-06-15T13:18:33.893" v="11624" actId="164"/>
          <ac:spMkLst>
            <pc:docMk/>
            <pc:sldMk cId="984982454" sldId="332"/>
            <ac:spMk id="39" creationId="{C51100FE-637E-E736-FD87-1C1EA8E2817E}"/>
          </ac:spMkLst>
        </pc:spChg>
        <pc:spChg chg="add mod">
          <ac:chgData name="Sarvesh Joshi" userId="967974f4937ce335" providerId="LiveId" clId="{82D24E87-E234-4743-91AA-88A7C6A45B24}" dt="2026-06-15T13:17:59.954" v="11617" actId="164"/>
          <ac:spMkLst>
            <pc:docMk/>
            <pc:sldMk cId="984982454" sldId="332"/>
            <ac:spMk id="41" creationId="{23448E43-8636-83AC-2675-BA0EB9AAA865}"/>
          </ac:spMkLst>
        </pc:spChg>
        <pc:spChg chg="add mod">
          <ac:chgData name="Sarvesh Joshi" userId="967974f4937ce335" providerId="LiveId" clId="{82D24E87-E234-4743-91AA-88A7C6A45B24}" dt="2026-06-15T13:17:59.954" v="11617" actId="164"/>
          <ac:spMkLst>
            <pc:docMk/>
            <pc:sldMk cId="984982454" sldId="332"/>
            <ac:spMk id="43" creationId="{9DECB0E0-15E8-0255-C171-4F33CFA1638C}"/>
          </ac:spMkLst>
        </pc:spChg>
        <pc:spChg chg="add mod">
          <ac:chgData name="Sarvesh Joshi" userId="967974f4937ce335" providerId="LiveId" clId="{82D24E87-E234-4743-91AA-88A7C6A45B24}" dt="2026-06-15T13:18:33.893" v="11624" actId="164"/>
          <ac:spMkLst>
            <pc:docMk/>
            <pc:sldMk cId="984982454" sldId="332"/>
            <ac:spMk id="45" creationId="{97027CDB-66E8-A4C2-B833-B066396B5D3E}"/>
          </ac:spMkLst>
        </pc:spChg>
        <pc:spChg chg="add mod">
          <ac:chgData name="Sarvesh Joshi" userId="967974f4937ce335" providerId="LiveId" clId="{82D24E87-E234-4743-91AA-88A7C6A45B24}" dt="2026-06-15T13:18:33.893" v="11624" actId="164"/>
          <ac:spMkLst>
            <pc:docMk/>
            <pc:sldMk cId="984982454" sldId="332"/>
            <ac:spMk id="47" creationId="{D9BAD272-EC6D-453A-F616-582AB6BEC543}"/>
          </ac:spMkLst>
        </pc:spChg>
        <pc:spChg chg="add mod">
          <ac:chgData name="Sarvesh Joshi" userId="967974f4937ce335" providerId="LiveId" clId="{82D24E87-E234-4743-91AA-88A7C6A45B24}" dt="2026-06-14T11:29:00.426" v="6058" actId="14100"/>
          <ac:spMkLst>
            <pc:docMk/>
            <pc:sldMk cId="984982454" sldId="332"/>
            <ac:spMk id="49" creationId="{AE79BD64-2235-138D-3CFC-F889E7BCB734}"/>
          </ac:spMkLst>
        </pc:spChg>
        <pc:spChg chg="add mod">
          <ac:chgData name="Sarvesh Joshi" userId="967974f4937ce335" providerId="LiveId" clId="{82D24E87-E234-4743-91AA-88A7C6A45B24}" dt="2026-06-15T13:19:13.936" v="11631" actId="1076"/>
          <ac:spMkLst>
            <pc:docMk/>
            <pc:sldMk cId="984982454" sldId="332"/>
            <ac:spMk id="51" creationId="{EF780A38-A705-4946-F845-7AF6ED229746}"/>
          </ac:spMkLst>
        </pc:spChg>
        <pc:spChg chg="add mod">
          <ac:chgData name="Sarvesh Joshi" userId="967974f4937ce335" providerId="LiveId" clId="{82D24E87-E234-4743-91AA-88A7C6A45B24}" dt="2026-06-14T11:24:46.611" v="5999" actId="1076"/>
          <ac:spMkLst>
            <pc:docMk/>
            <pc:sldMk cId="984982454" sldId="332"/>
            <ac:spMk id="53" creationId="{DAA70D8C-ABBF-2D55-8F10-9FDAFFCCF847}"/>
          </ac:spMkLst>
        </pc:spChg>
        <pc:spChg chg="add mod">
          <ac:chgData name="Sarvesh Joshi" userId="967974f4937ce335" providerId="LiveId" clId="{82D24E87-E234-4743-91AA-88A7C6A45B24}" dt="2026-06-14T11:34:45.915" v="6201" actId="1076"/>
          <ac:spMkLst>
            <pc:docMk/>
            <pc:sldMk cId="984982454" sldId="332"/>
            <ac:spMk id="56" creationId="{83BFEFEC-091F-4E52-5473-5DC13C1DE65B}"/>
          </ac:spMkLst>
        </pc:spChg>
        <pc:spChg chg="add mod">
          <ac:chgData name="Sarvesh Joshi" userId="967974f4937ce335" providerId="LiveId" clId="{82D24E87-E234-4743-91AA-88A7C6A45B24}" dt="2026-06-15T13:43:20.928" v="11942" actId="1076"/>
          <ac:spMkLst>
            <pc:docMk/>
            <pc:sldMk cId="984982454" sldId="332"/>
            <ac:spMk id="58" creationId="{368F58D4-D294-0D39-1749-994E78E26481}"/>
          </ac:spMkLst>
        </pc:spChg>
        <pc:spChg chg="add del">
          <ac:chgData name="Sarvesh Joshi" userId="967974f4937ce335" providerId="LiveId" clId="{82D24E87-E234-4743-91AA-88A7C6A45B24}" dt="2026-06-14T12:54:28.194" v="6229" actId="22"/>
          <ac:spMkLst>
            <pc:docMk/>
            <pc:sldMk cId="984982454" sldId="332"/>
            <ac:spMk id="60" creationId="{E1D697B3-31E5-6154-46FC-F3C179254795}"/>
          </ac:spMkLst>
        </pc:spChg>
        <pc:spChg chg="add del">
          <ac:chgData name="Sarvesh Joshi" userId="967974f4937ce335" providerId="LiveId" clId="{82D24E87-E234-4743-91AA-88A7C6A45B24}" dt="2026-06-14T12:54:33.388" v="6231" actId="22"/>
          <ac:spMkLst>
            <pc:docMk/>
            <pc:sldMk cId="984982454" sldId="332"/>
            <ac:spMk id="62" creationId="{6F18391B-B735-EA1D-CA13-5F8701A80CF8}"/>
          </ac:spMkLst>
        </pc:spChg>
        <pc:spChg chg="add mod ord">
          <ac:chgData name="Sarvesh Joshi" userId="967974f4937ce335" providerId="LiveId" clId="{82D24E87-E234-4743-91AA-88A7C6A45B24}" dt="2026-06-15T16:02:21.567" v="14061" actId="1076"/>
          <ac:spMkLst>
            <pc:docMk/>
            <pc:sldMk cId="984982454" sldId="332"/>
            <ac:spMk id="63" creationId="{3B0684BE-6855-3969-1EF1-4DB115199FF7}"/>
          </ac:spMkLst>
        </pc:spChg>
        <pc:spChg chg="mod">
          <ac:chgData name="Sarvesh Joshi" userId="967974f4937ce335" providerId="LiveId" clId="{82D24E87-E234-4743-91AA-88A7C6A45B24}" dt="2026-06-14T11:04:46.954" v="5702" actId="14100"/>
          <ac:spMkLst>
            <pc:docMk/>
            <pc:sldMk cId="984982454" sldId="332"/>
            <ac:spMk id="204" creationId="{B3C93D98-58CE-6072-FCB6-45BAEDAB142C}"/>
          </ac:spMkLst>
        </pc:spChg>
        <pc:spChg chg="mod">
          <ac:chgData name="Sarvesh Joshi" userId="967974f4937ce335" providerId="LiveId" clId="{82D24E87-E234-4743-91AA-88A7C6A45B24}" dt="2026-06-14T11:24:31.436" v="5995" actId="14100"/>
          <ac:spMkLst>
            <pc:docMk/>
            <pc:sldMk cId="984982454" sldId="332"/>
            <ac:spMk id="220" creationId="{AA5DD88D-347F-02D6-3E19-7D973708B34E}"/>
          </ac:spMkLst>
        </pc:spChg>
        <pc:spChg chg="del mod">
          <ac:chgData name="Sarvesh Joshi" userId="967974f4937ce335" providerId="LiveId" clId="{82D24E87-E234-4743-91AA-88A7C6A45B24}" dt="2026-06-14T11:24:41.212" v="5998" actId="478"/>
          <ac:spMkLst>
            <pc:docMk/>
            <pc:sldMk cId="984982454" sldId="332"/>
            <ac:spMk id="221" creationId="{18BCF9F3-EF36-EA01-9D79-DD2AC8966AD3}"/>
          </ac:spMkLst>
        </pc:spChg>
        <pc:spChg chg="del mod">
          <ac:chgData name="Sarvesh Joshi" userId="967974f4937ce335" providerId="LiveId" clId="{82D24E87-E234-4743-91AA-88A7C6A45B24}" dt="2026-06-14T10:57:26.584" v="5640" actId="478"/>
          <ac:spMkLst>
            <pc:docMk/>
            <pc:sldMk cId="984982454" sldId="332"/>
            <ac:spMk id="227" creationId="{42DAB854-C122-4E75-8D06-46FE18E3A802}"/>
          </ac:spMkLst>
        </pc:spChg>
        <pc:spChg chg="del mod">
          <ac:chgData name="Sarvesh Joshi" userId="967974f4937ce335" providerId="LiveId" clId="{82D24E87-E234-4743-91AA-88A7C6A45B24}" dt="2026-06-14T10:57:07.192" v="5637" actId="478"/>
          <ac:spMkLst>
            <pc:docMk/>
            <pc:sldMk cId="984982454" sldId="332"/>
            <ac:spMk id="228" creationId="{7E315407-8B6F-E669-5BB4-D174A653A91E}"/>
          </ac:spMkLst>
        </pc:spChg>
        <pc:spChg chg="del mod">
          <ac:chgData name="Sarvesh Joshi" userId="967974f4937ce335" providerId="LiveId" clId="{82D24E87-E234-4743-91AA-88A7C6A45B24}" dt="2026-06-14T11:09:34.579" v="5740" actId="478"/>
          <ac:spMkLst>
            <pc:docMk/>
            <pc:sldMk cId="984982454" sldId="332"/>
            <ac:spMk id="253" creationId="{81D1D4D7-2AFC-D4A7-38AD-ACB3D8BAE48F}"/>
          </ac:spMkLst>
        </pc:spChg>
        <pc:spChg chg="add del">
          <ac:chgData name="Sarvesh Joshi" userId="967974f4937ce335" providerId="LiveId" clId="{82D24E87-E234-4743-91AA-88A7C6A45B24}" dt="2026-06-14T11:02:37.215" v="5686" actId="478"/>
          <ac:spMkLst>
            <pc:docMk/>
            <pc:sldMk cId="984982454" sldId="332"/>
            <ac:spMk id="254" creationId="{E1790490-D587-9634-6C82-5B6FAED887FB}"/>
          </ac:spMkLst>
        </pc:spChg>
        <pc:spChg chg="del mod">
          <ac:chgData name="Sarvesh Joshi" userId="967974f4937ce335" providerId="LiveId" clId="{82D24E87-E234-4743-91AA-88A7C6A45B24}" dt="2026-06-14T11:02:38.672" v="5687" actId="478"/>
          <ac:spMkLst>
            <pc:docMk/>
            <pc:sldMk cId="984982454" sldId="332"/>
            <ac:spMk id="255" creationId="{E9694A7B-77EA-DB0E-8270-A1E102F9BC11}"/>
          </ac:spMkLst>
        </pc:spChg>
        <pc:spChg chg="del">
          <ac:chgData name="Sarvesh Joshi" userId="967974f4937ce335" providerId="LiveId" clId="{82D24E87-E234-4743-91AA-88A7C6A45B24}" dt="2026-06-14T11:02:28.061" v="5681" actId="478"/>
          <ac:spMkLst>
            <pc:docMk/>
            <pc:sldMk cId="984982454" sldId="332"/>
            <ac:spMk id="256" creationId="{6088371D-076F-FBF6-29D2-D5034AEFA830}"/>
          </ac:spMkLst>
        </pc:spChg>
        <pc:spChg chg="del">
          <ac:chgData name="Sarvesh Joshi" userId="967974f4937ce335" providerId="LiveId" clId="{82D24E87-E234-4743-91AA-88A7C6A45B24}" dt="2026-06-14T11:02:28.061" v="5681" actId="478"/>
          <ac:spMkLst>
            <pc:docMk/>
            <pc:sldMk cId="984982454" sldId="332"/>
            <ac:spMk id="257" creationId="{9B53229D-829B-14CB-EB14-7878B633A734}"/>
          </ac:spMkLst>
        </pc:spChg>
        <pc:spChg chg="del">
          <ac:chgData name="Sarvesh Joshi" userId="967974f4937ce335" providerId="LiveId" clId="{82D24E87-E234-4743-91AA-88A7C6A45B24}" dt="2026-06-14T11:02:28.061" v="5681" actId="478"/>
          <ac:spMkLst>
            <pc:docMk/>
            <pc:sldMk cId="984982454" sldId="332"/>
            <ac:spMk id="258" creationId="{0BFC6073-E163-7236-88BB-98F3EFB7B3E9}"/>
          </ac:spMkLst>
        </pc:spChg>
        <pc:spChg chg="add del">
          <ac:chgData name="Sarvesh Joshi" userId="967974f4937ce335" providerId="LiveId" clId="{82D24E87-E234-4743-91AA-88A7C6A45B24}" dt="2026-06-14T11:02:28.061" v="5681" actId="478"/>
          <ac:spMkLst>
            <pc:docMk/>
            <pc:sldMk cId="984982454" sldId="332"/>
            <ac:spMk id="259" creationId="{93C78B10-5F70-5BBE-89CE-3B39C44A4997}"/>
          </ac:spMkLst>
        </pc:spChg>
        <pc:spChg chg="del">
          <ac:chgData name="Sarvesh Joshi" userId="967974f4937ce335" providerId="LiveId" clId="{82D24E87-E234-4743-91AA-88A7C6A45B24}" dt="2026-06-14T11:02:41.335" v="5688" actId="478"/>
          <ac:spMkLst>
            <pc:docMk/>
            <pc:sldMk cId="984982454" sldId="332"/>
            <ac:spMk id="260" creationId="{BE44EB5F-7977-325E-BD43-01FE18D5BC2F}"/>
          </ac:spMkLst>
        </pc:spChg>
        <pc:spChg chg="del">
          <ac:chgData name="Sarvesh Joshi" userId="967974f4937ce335" providerId="LiveId" clId="{82D24E87-E234-4743-91AA-88A7C6A45B24}" dt="2026-06-14T11:02:28.061" v="5681" actId="478"/>
          <ac:spMkLst>
            <pc:docMk/>
            <pc:sldMk cId="984982454" sldId="332"/>
            <ac:spMk id="261" creationId="{B9E8B3A4-99CB-EC80-1E4E-438F768556C7}"/>
          </ac:spMkLst>
        </pc:spChg>
        <pc:spChg chg="del">
          <ac:chgData name="Sarvesh Joshi" userId="967974f4937ce335" providerId="LiveId" clId="{82D24E87-E234-4743-91AA-88A7C6A45B24}" dt="2026-06-14T11:02:28.061" v="5681" actId="478"/>
          <ac:spMkLst>
            <pc:docMk/>
            <pc:sldMk cId="984982454" sldId="332"/>
            <ac:spMk id="262" creationId="{0F8948AF-6672-29EB-9EF3-FFCE03A80AD6}"/>
          </ac:spMkLst>
        </pc:spChg>
        <pc:spChg chg="del">
          <ac:chgData name="Sarvesh Joshi" userId="967974f4937ce335" providerId="LiveId" clId="{82D24E87-E234-4743-91AA-88A7C6A45B24}" dt="2026-06-14T11:02:28.061" v="5681" actId="478"/>
          <ac:spMkLst>
            <pc:docMk/>
            <pc:sldMk cId="984982454" sldId="332"/>
            <ac:spMk id="263" creationId="{6D619BFC-6798-F2C8-55DC-F2DD2E1E2B61}"/>
          </ac:spMkLst>
        </pc:spChg>
        <pc:spChg chg="mod">
          <ac:chgData name="Sarvesh Joshi" userId="967974f4937ce335" providerId="LiveId" clId="{82D24E87-E234-4743-91AA-88A7C6A45B24}" dt="2026-06-14T10:54:04.922" v="5596" actId="164"/>
          <ac:spMkLst>
            <pc:docMk/>
            <pc:sldMk cId="984982454" sldId="332"/>
            <ac:spMk id="400" creationId="{08E0753C-E27C-4A92-A381-1CB0624A8075}"/>
          </ac:spMkLst>
        </pc:spChg>
        <pc:spChg chg="mod">
          <ac:chgData name="Sarvesh Joshi" userId="967974f4937ce335" providerId="LiveId" clId="{82D24E87-E234-4743-91AA-88A7C6A45B24}" dt="2026-06-14T10:54:04.922" v="5596" actId="164"/>
          <ac:spMkLst>
            <pc:docMk/>
            <pc:sldMk cId="984982454" sldId="332"/>
            <ac:spMk id="401" creationId="{B39D7C05-5682-99D0-C1D4-728DA7036C0C}"/>
          </ac:spMkLst>
        </pc:spChg>
        <pc:spChg chg="mod">
          <ac:chgData name="Sarvesh Joshi" userId="967974f4937ce335" providerId="LiveId" clId="{82D24E87-E234-4743-91AA-88A7C6A45B24}" dt="2026-06-14T10:54:09.958" v="5599" actId="164"/>
          <ac:spMkLst>
            <pc:docMk/>
            <pc:sldMk cId="984982454" sldId="332"/>
            <ac:spMk id="402" creationId="{96F26959-AF5E-C652-3400-41AA3EACD180}"/>
          </ac:spMkLst>
        </pc:spChg>
        <pc:spChg chg="add del mod">
          <ac:chgData name="Sarvesh Joshi" userId="967974f4937ce335" providerId="LiveId" clId="{82D24E87-E234-4743-91AA-88A7C6A45B24}" dt="2026-06-14T14:29:12.433" v="6807" actId="1076"/>
          <ac:spMkLst>
            <pc:docMk/>
            <pc:sldMk cId="984982454" sldId="332"/>
            <ac:spMk id="403" creationId="{675958B1-E733-CF77-1216-AB15699FE933}"/>
          </ac:spMkLst>
        </pc:spChg>
        <pc:spChg chg="add del mod">
          <ac:chgData name="Sarvesh Joshi" userId="967974f4937ce335" providerId="LiveId" clId="{82D24E87-E234-4743-91AA-88A7C6A45B24}" dt="2026-06-14T14:29:11.476" v="6805" actId="14100"/>
          <ac:spMkLst>
            <pc:docMk/>
            <pc:sldMk cId="984982454" sldId="332"/>
            <ac:spMk id="405" creationId="{1E63537D-B2D3-FC4D-3BA8-85115A507FDF}"/>
          </ac:spMkLst>
        </pc:spChg>
        <pc:spChg chg="mod">
          <ac:chgData name="Sarvesh Joshi" userId="967974f4937ce335" providerId="LiveId" clId="{82D24E87-E234-4743-91AA-88A7C6A45B24}" dt="2026-06-14T10:54:39.493" v="5607" actId="164"/>
          <ac:spMkLst>
            <pc:docMk/>
            <pc:sldMk cId="984982454" sldId="332"/>
            <ac:spMk id="406" creationId="{296E0759-5020-210D-AE77-D93EE73F5AF7}"/>
          </ac:spMkLst>
        </pc:spChg>
        <pc:spChg chg="mod">
          <ac:chgData name="Sarvesh Joshi" userId="967974f4937ce335" providerId="LiveId" clId="{82D24E87-E234-4743-91AA-88A7C6A45B24}" dt="2026-06-14T10:54:36.214" v="5606" actId="164"/>
          <ac:spMkLst>
            <pc:docMk/>
            <pc:sldMk cId="984982454" sldId="332"/>
            <ac:spMk id="408" creationId="{3C9E93D5-3DC4-9ECD-964D-DE622B836E1B}"/>
          </ac:spMkLst>
        </pc:spChg>
        <pc:spChg chg="mod">
          <ac:chgData name="Sarvesh Joshi" userId="967974f4937ce335" providerId="LiveId" clId="{82D24E87-E234-4743-91AA-88A7C6A45B24}" dt="2026-06-14T10:54:53.445" v="5610" actId="164"/>
          <ac:spMkLst>
            <pc:docMk/>
            <pc:sldMk cId="984982454" sldId="332"/>
            <ac:spMk id="409" creationId="{5FAC49B7-A235-DE11-3A0E-B0F288DFCE9B}"/>
          </ac:spMkLst>
        </pc:spChg>
        <pc:spChg chg="mod">
          <ac:chgData name="Sarvesh Joshi" userId="967974f4937ce335" providerId="LiveId" clId="{82D24E87-E234-4743-91AA-88A7C6A45B24}" dt="2026-06-14T10:54:45.653" v="5609" actId="164"/>
          <ac:spMkLst>
            <pc:docMk/>
            <pc:sldMk cId="984982454" sldId="332"/>
            <ac:spMk id="411" creationId="{A28E67E3-99D5-AF78-FCE4-AFD89B0EC595}"/>
          </ac:spMkLst>
        </pc:spChg>
        <pc:spChg chg="mod">
          <ac:chgData name="Sarvesh Joshi" userId="967974f4937ce335" providerId="LiveId" clId="{82D24E87-E234-4743-91AA-88A7C6A45B24}" dt="2026-06-14T11:00:51.162" v="5662" actId="164"/>
          <ac:spMkLst>
            <pc:docMk/>
            <pc:sldMk cId="984982454" sldId="332"/>
            <ac:spMk id="412" creationId="{57BB3B57-ED24-A000-BBD1-71C564F31D15}"/>
          </ac:spMkLst>
        </pc:spChg>
        <pc:spChg chg="mod">
          <ac:chgData name="Sarvesh Joshi" userId="967974f4937ce335" providerId="LiveId" clId="{82D24E87-E234-4743-91AA-88A7C6A45B24}" dt="2026-06-14T11:00:51.162" v="5662" actId="164"/>
          <ac:spMkLst>
            <pc:docMk/>
            <pc:sldMk cId="984982454" sldId="332"/>
            <ac:spMk id="414" creationId="{6BCB5B9B-4EBF-2BC1-7D01-2C62C5607C3B}"/>
          </ac:spMkLst>
        </pc:spChg>
        <pc:spChg chg="mod">
          <ac:chgData name="Sarvesh Joshi" userId="967974f4937ce335" providerId="LiveId" clId="{82D24E87-E234-4743-91AA-88A7C6A45B24}" dt="2026-06-15T13:18:33.893" v="11624" actId="164"/>
          <ac:spMkLst>
            <pc:docMk/>
            <pc:sldMk cId="984982454" sldId="332"/>
            <ac:spMk id="600" creationId="{D289E9E9-0A0F-D84E-2EEE-9E410D9955EC}"/>
          </ac:spMkLst>
        </pc:spChg>
        <pc:spChg chg="mod">
          <ac:chgData name="Sarvesh Joshi" userId="967974f4937ce335" providerId="LiveId" clId="{82D24E87-E234-4743-91AA-88A7C6A45B24}" dt="2026-06-15T13:18:33.893" v="11624" actId="164"/>
          <ac:spMkLst>
            <pc:docMk/>
            <pc:sldMk cId="984982454" sldId="332"/>
            <ac:spMk id="601" creationId="{D1CD769F-2651-5981-9B20-859893035FC3}"/>
          </ac:spMkLst>
        </pc:spChg>
        <pc:spChg chg="mod">
          <ac:chgData name="Sarvesh Joshi" userId="967974f4937ce335" providerId="LiveId" clId="{82D24E87-E234-4743-91AA-88A7C6A45B24}" dt="2026-06-15T13:18:33.893" v="11624" actId="164"/>
          <ac:spMkLst>
            <pc:docMk/>
            <pc:sldMk cId="984982454" sldId="332"/>
            <ac:spMk id="602" creationId="{11FEAA47-3AD6-03C9-1201-BA21FC44A54D}"/>
          </ac:spMkLst>
        </pc:spChg>
        <pc:spChg chg="mod">
          <ac:chgData name="Sarvesh Joshi" userId="967974f4937ce335" providerId="LiveId" clId="{82D24E87-E234-4743-91AA-88A7C6A45B24}" dt="2026-06-15T13:17:37.265" v="11611" actId="164"/>
          <ac:spMkLst>
            <pc:docMk/>
            <pc:sldMk cId="984982454" sldId="332"/>
            <ac:spMk id="910" creationId="{40131A12-4987-946B-6E32-39CBAF1F0496}"/>
          </ac:spMkLst>
        </pc:spChg>
        <pc:spChg chg="mod">
          <ac:chgData name="Sarvesh Joshi" userId="967974f4937ce335" providerId="LiveId" clId="{82D24E87-E234-4743-91AA-88A7C6A45B24}" dt="2026-06-15T13:17:37.265" v="11611" actId="164"/>
          <ac:spMkLst>
            <pc:docMk/>
            <pc:sldMk cId="984982454" sldId="332"/>
            <ac:spMk id="911" creationId="{938B8994-0D7B-B0D4-57AD-ADFAAB077948}"/>
          </ac:spMkLst>
        </pc:spChg>
        <pc:spChg chg="mod">
          <ac:chgData name="Sarvesh Joshi" userId="967974f4937ce335" providerId="LiveId" clId="{82D24E87-E234-4743-91AA-88A7C6A45B24}" dt="2026-06-15T13:17:37.265" v="11611" actId="164"/>
          <ac:spMkLst>
            <pc:docMk/>
            <pc:sldMk cId="984982454" sldId="332"/>
            <ac:spMk id="912" creationId="{03B685EA-1C52-F923-06D1-3AB945453081}"/>
          </ac:spMkLst>
        </pc:spChg>
        <pc:spChg chg="mod">
          <ac:chgData name="Sarvesh Joshi" userId="967974f4937ce335" providerId="LiveId" clId="{82D24E87-E234-4743-91AA-88A7C6A45B24}" dt="2026-06-15T13:17:37.265" v="11611" actId="164"/>
          <ac:spMkLst>
            <pc:docMk/>
            <pc:sldMk cId="984982454" sldId="332"/>
            <ac:spMk id="913" creationId="{C017BD30-E375-0C3F-B13A-0F640B295AF6}"/>
          </ac:spMkLst>
        </pc:spChg>
        <pc:spChg chg="mod">
          <ac:chgData name="Sarvesh Joshi" userId="967974f4937ce335" providerId="LiveId" clId="{82D24E87-E234-4743-91AA-88A7C6A45B24}" dt="2026-06-15T13:17:37.265" v="11611" actId="164"/>
          <ac:spMkLst>
            <pc:docMk/>
            <pc:sldMk cId="984982454" sldId="332"/>
            <ac:spMk id="914" creationId="{21F873B9-CA10-4318-1C22-A9930F7DEFF0}"/>
          </ac:spMkLst>
        </pc:spChg>
        <pc:spChg chg="mod">
          <ac:chgData name="Sarvesh Joshi" userId="967974f4937ce335" providerId="LiveId" clId="{82D24E87-E234-4743-91AA-88A7C6A45B24}" dt="2026-06-14T11:21:27.999" v="5965" actId="1076"/>
          <ac:spMkLst>
            <pc:docMk/>
            <pc:sldMk cId="984982454" sldId="332"/>
            <ac:spMk id="920" creationId="{8130E291-D53C-6BEA-EFDD-1F5951D97B68}"/>
          </ac:spMkLst>
        </pc:spChg>
        <pc:spChg chg="mod">
          <ac:chgData name="Sarvesh Joshi" userId="967974f4937ce335" providerId="LiveId" clId="{82D24E87-E234-4743-91AA-88A7C6A45B24}" dt="2026-06-14T11:27:59.363" v="6050" actId="692"/>
          <ac:spMkLst>
            <pc:docMk/>
            <pc:sldMk cId="984982454" sldId="332"/>
            <ac:spMk id="1001" creationId="{D8ABD04C-3F5F-8DA7-2DAC-B48EB0382165}"/>
          </ac:spMkLst>
        </pc:spChg>
        <pc:spChg chg="del mod">
          <ac:chgData name="Sarvesh Joshi" userId="967974f4937ce335" providerId="LiveId" clId="{82D24E87-E234-4743-91AA-88A7C6A45B24}" dt="2026-06-14T11:27:39.904" v="6043" actId="478"/>
          <ac:spMkLst>
            <pc:docMk/>
            <pc:sldMk cId="984982454" sldId="332"/>
            <ac:spMk id="1002" creationId="{37A9E075-8597-56C3-9D2C-E5127685A7BA}"/>
          </ac:spMkLst>
        </pc:spChg>
        <pc:spChg chg="del">
          <ac:chgData name="Sarvesh Joshi" userId="967974f4937ce335" providerId="LiveId" clId="{82D24E87-E234-4743-91AA-88A7C6A45B24}" dt="2026-06-14T11:16:34.438" v="5891" actId="478"/>
          <ac:spMkLst>
            <pc:docMk/>
            <pc:sldMk cId="984982454" sldId="332"/>
            <ac:spMk id="1003" creationId="{0F92CC84-CAFF-1E4F-B959-D3CBCA0B3028}"/>
          </ac:spMkLst>
        </pc:spChg>
        <pc:spChg chg="mod">
          <ac:chgData name="Sarvesh Joshi" userId="967974f4937ce335" providerId="LiveId" clId="{82D24E87-E234-4743-91AA-88A7C6A45B24}" dt="2026-06-14T11:26:33.928" v="6032" actId="1076"/>
          <ac:spMkLst>
            <pc:docMk/>
            <pc:sldMk cId="984982454" sldId="332"/>
            <ac:spMk id="1004" creationId="{AFA148B0-F232-CE41-099F-45B95F2795DF}"/>
          </ac:spMkLst>
        </pc:spChg>
        <pc:spChg chg="mod">
          <ac:chgData name="Sarvesh Joshi" userId="967974f4937ce335" providerId="LiveId" clId="{82D24E87-E234-4743-91AA-88A7C6A45B24}" dt="2026-06-14T11:21:51.831" v="5969" actId="20577"/>
          <ac:spMkLst>
            <pc:docMk/>
            <pc:sldMk cId="984982454" sldId="332"/>
            <ac:spMk id="1005" creationId="{A4C75D11-22DC-0A41-59B7-34B296887F1E}"/>
          </ac:spMkLst>
        </pc:spChg>
        <pc:spChg chg="mod">
          <ac:chgData name="Sarvesh Joshi" userId="967974f4937ce335" providerId="LiveId" clId="{82D24E87-E234-4743-91AA-88A7C6A45B24}" dt="2026-06-14T11:22:16.517" v="5975" actId="1076"/>
          <ac:spMkLst>
            <pc:docMk/>
            <pc:sldMk cId="984982454" sldId="332"/>
            <ac:spMk id="1006" creationId="{5C36469A-659D-9629-7BE5-217C35A7A2E9}"/>
          </ac:spMkLst>
        </pc:spChg>
        <pc:grpChg chg="add mod">
          <ac:chgData name="Sarvesh Joshi" userId="967974f4937ce335" providerId="LiveId" clId="{82D24E87-E234-4743-91AA-88A7C6A45B24}" dt="2026-06-15T13:17:37.265" v="11611" actId="164"/>
          <ac:grpSpMkLst>
            <pc:docMk/>
            <pc:sldMk cId="984982454" sldId="332"/>
            <ac:grpSpMk id="3" creationId="{151B98E3-5043-6C9E-068E-9FA663C48DF3}"/>
          </ac:grpSpMkLst>
        </pc:grpChg>
        <pc:grpChg chg="add mod">
          <ac:chgData name="Sarvesh Joshi" userId="967974f4937ce335" providerId="LiveId" clId="{82D24E87-E234-4743-91AA-88A7C6A45B24}" dt="2026-06-15T13:17:59.954" v="11617" actId="164"/>
          <ac:grpSpMkLst>
            <pc:docMk/>
            <pc:sldMk cId="984982454" sldId="332"/>
            <ac:grpSpMk id="4" creationId="{0DEB8CFE-904C-A22E-62F0-45D02C164E31}"/>
          </ac:grpSpMkLst>
        </pc:grpChg>
        <pc:grpChg chg="add mod">
          <ac:chgData name="Sarvesh Joshi" userId="967974f4937ce335" providerId="LiveId" clId="{82D24E87-E234-4743-91AA-88A7C6A45B24}" dt="2026-06-14T10:54:09.958" v="5599" actId="164"/>
          <ac:grpSpMkLst>
            <pc:docMk/>
            <pc:sldMk cId="984982454" sldId="332"/>
            <ac:grpSpMk id="6" creationId="{F2ED294F-99AC-2D3B-EAD4-C510A0494836}"/>
          </ac:grpSpMkLst>
        </pc:grpChg>
        <pc:grpChg chg="add mod">
          <ac:chgData name="Sarvesh Joshi" userId="967974f4937ce335" providerId="LiveId" clId="{82D24E87-E234-4743-91AA-88A7C6A45B24}" dt="2026-06-14T11:30:00.184" v="6066" actId="164"/>
          <ac:grpSpMkLst>
            <pc:docMk/>
            <pc:sldMk cId="984982454" sldId="332"/>
            <ac:grpSpMk id="11" creationId="{BFD676ED-098C-5E19-F47F-B8DC039CC44E}"/>
          </ac:grpSpMkLst>
        </pc:grpChg>
        <pc:grpChg chg="add del mod">
          <ac:chgData name="Sarvesh Joshi" userId="967974f4937ce335" providerId="LiveId" clId="{82D24E87-E234-4743-91AA-88A7C6A45B24}" dt="2026-06-14T14:29:11.835" v="6806" actId="478"/>
          <ac:grpSpMkLst>
            <pc:docMk/>
            <pc:sldMk cId="984982454" sldId="332"/>
            <ac:grpSpMk id="13" creationId="{5E63ED4D-5AD5-4D8F-BE43-0A4305F29950}"/>
          </ac:grpSpMkLst>
        </pc:grpChg>
        <pc:grpChg chg="add mod">
          <ac:chgData name="Sarvesh Joshi" userId="967974f4937ce335" providerId="LiveId" clId="{82D24E87-E234-4743-91AA-88A7C6A45B24}" dt="2026-06-15T13:18:31.512" v="11623" actId="164"/>
          <ac:grpSpMkLst>
            <pc:docMk/>
            <pc:sldMk cId="984982454" sldId="332"/>
            <ac:grpSpMk id="15" creationId="{A70E314C-5BE8-2F40-033C-FDD37F7BF75C}"/>
          </ac:grpSpMkLst>
        </pc:grpChg>
        <pc:grpChg chg="add mod">
          <ac:chgData name="Sarvesh Joshi" userId="967974f4937ce335" providerId="LiveId" clId="{82D24E87-E234-4743-91AA-88A7C6A45B24}" dt="2026-06-15T13:18:33.893" v="11624" actId="164"/>
          <ac:grpSpMkLst>
            <pc:docMk/>
            <pc:sldMk cId="984982454" sldId="332"/>
            <ac:grpSpMk id="16" creationId="{C642D3E3-E6ED-8B4C-DE2D-288A77361B78}"/>
          </ac:grpSpMkLst>
        </pc:grpChg>
        <pc:grpChg chg="add del mod">
          <ac:chgData name="Sarvesh Joshi" userId="967974f4937ce335" providerId="LiveId" clId="{82D24E87-E234-4743-91AA-88A7C6A45B24}" dt="2026-06-14T14:29:11.835" v="6806" actId="478"/>
          <ac:grpSpMkLst>
            <pc:docMk/>
            <pc:sldMk cId="984982454" sldId="332"/>
            <ac:grpSpMk id="17" creationId="{20BB60D5-42FC-CE87-3D72-AAFA1F5ABCF3}"/>
          </ac:grpSpMkLst>
        </pc:grpChg>
        <pc:grpChg chg="add mod">
          <ac:chgData name="Sarvesh Joshi" userId="967974f4937ce335" providerId="LiveId" clId="{82D24E87-E234-4743-91AA-88A7C6A45B24}" dt="2026-06-14T10:54:39.493" v="5607" actId="164"/>
          <ac:grpSpMkLst>
            <pc:docMk/>
            <pc:sldMk cId="984982454" sldId="332"/>
            <ac:grpSpMk id="18" creationId="{4AC4D28D-3077-576C-1E12-D2E50290CB2A}"/>
          </ac:grpSpMkLst>
        </pc:grpChg>
        <pc:grpChg chg="add mod">
          <ac:chgData name="Sarvesh Joshi" userId="967974f4937ce335" providerId="LiveId" clId="{82D24E87-E234-4743-91AA-88A7C6A45B24}" dt="2026-06-14T11:30:00.184" v="6066" actId="164"/>
          <ac:grpSpMkLst>
            <pc:docMk/>
            <pc:sldMk cId="984982454" sldId="332"/>
            <ac:grpSpMk id="25" creationId="{F544ECCB-A5DD-4C49-B476-F30E6839A7EF}"/>
          </ac:grpSpMkLst>
        </pc:grpChg>
        <pc:grpChg chg="add mod">
          <ac:chgData name="Sarvesh Joshi" userId="967974f4937ce335" providerId="LiveId" clId="{82D24E87-E234-4743-91AA-88A7C6A45B24}" dt="2026-06-14T10:54:53.445" v="5610" actId="164"/>
          <ac:grpSpMkLst>
            <pc:docMk/>
            <pc:sldMk cId="984982454" sldId="332"/>
            <ac:grpSpMk id="26" creationId="{3D4536FD-B4F5-5254-F8D2-735A82D419C8}"/>
          </ac:grpSpMkLst>
        </pc:grpChg>
        <pc:grpChg chg="add mod">
          <ac:chgData name="Sarvesh Joshi" userId="967974f4937ce335" providerId="LiveId" clId="{82D24E87-E234-4743-91AA-88A7C6A45B24}" dt="2026-06-14T11:30:00.184" v="6066" actId="164"/>
          <ac:grpSpMkLst>
            <pc:docMk/>
            <pc:sldMk cId="984982454" sldId="332"/>
            <ac:grpSpMk id="27" creationId="{50573A3A-558C-AED1-A999-E5397A2F6847}"/>
          </ac:grpSpMkLst>
        </pc:grpChg>
        <pc:grpChg chg="add del mod">
          <ac:chgData name="Sarvesh Joshi" userId="967974f4937ce335" providerId="LiveId" clId="{82D24E87-E234-4743-91AA-88A7C6A45B24}" dt="2026-06-15T13:17:14.885" v="11610" actId="478"/>
          <ac:grpSpMkLst>
            <pc:docMk/>
            <pc:sldMk cId="984982454" sldId="332"/>
            <ac:grpSpMk id="29" creationId="{C4B32B3C-73FD-1F1A-7EE8-5614F504F6A4}"/>
          </ac:grpSpMkLst>
        </pc:grpChg>
        <pc:grpChg chg="add mod">
          <ac:chgData name="Sarvesh Joshi" userId="967974f4937ce335" providerId="LiveId" clId="{82D24E87-E234-4743-91AA-88A7C6A45B24}" dt="2026-06-15T13:18:33.893" v="11624" actId="164"/>
          <ac:grpSpMkLst>
            <pc:docMk/>
            <pc:sldMk cId="984982454" sldId="332"/>
            <ac:grpSpMk id="31" creationId="{21498428-E7F4-253B-F1B9-4BD053E536CB}"/>
          </ac:grpSpMkLst>
        </pc:grpChg>
        <pc:grpChg chg="add mod">
          <ac:chgData name="Sarvesh Joshi" userId="967974f4937ce335" providerId="LiveId" clId="{82D24E87-E234-4743-91AA-88A7C6A45B24}" dt="2026-06-14T11:30:00.184" v="6066" actId="164"/>
          <ac:grpSpMkLst>
            <pc:docMk/>
            <pc:sldMk cId="984982454" sldId="332"/>
            <ac:grpSpMk id="34" creationId="{35BCAEC9-7BF6-0560-0F57-F19DED0909FB}"/>
          </ac:grpSpMkLst>
        </pc:grpChg>
        <pc:grpChg chg="add mod">
          <ac:chgData name="Sarvesh Joshi" userId="967974f4937ce335" providerId="LiveId" clId="{82D24E87-E234-4743-91AA-88A7C6A45B24}" dt="2026-06-15T13:17:59.954" v="11617" actId="164"/>
          <ac:grpSpMkLst>
            <pc:docMk/>
            <pc:sldMk cId="984982454" sldId="332"/>
            <ac:grpSpMk id="54" creationId="{6558AB92-F8A7-DDF5-8C60-D65020AC9C02}"/>
          </ac:grpSpMkLst>
        </pc:grpChg>
        <pc:picChg chg="add del mod">
          <ac:chgData name="Sarvesh Joshi" userId="967974f4937ce335" providerId="LiveId" clId="{82D24E87-E234-4743-91AA-88A7C6A45B24}" dt="2026-06-15T15:16:33.985" v="14035" actId="478"/>
          <ac:picMkLst>
            <pc:docMk/>
            <pc:sldMk cId="984982454" sldId="332"/>
            <ac:picMk id="22" creationId="{3593DD73-095D-DB2D-4EE5-9D755305BF1E}"/>
          </ac:picMkLst>
        </pc:picChg>
        <pc:picChg chg="add mod ord">
          <ac:chgData name="Sarvesh Joshi" userId="967974f4937ce335" providerId="LiveId" clId="{82D24E87-E234-4743-91AA-88A7C6A45B24}" dt="2026-06-15T16:02:30.498" v="14062" actId="167"/>
          <ac:picMkLst>
            <pc:docMk/>
            <pc:sldMk cId="984982454" sldId="332"/>
            <ac:picMk id="24" creationId="{57311EF4-7111-2022-1821-523A9C29DCA8}"/>
          </ac:picMkLst>
        </pc:picChg>
      </pc:sldChg>
      <pc:sldChg chg="modSp mod">
        <pc:chgData name="Sarvesh Joshi" userId="967974f4937ce335" providerId="LiveId" clId="{82D24E87-E234-4743-91AA-88A7C6A45B24}" dt="2026-06-14T10:48:56.795" v="5556" actId="1076"/>
        <pc:sldMkLst>
          <pc:docMk/>
          <pc:sldMk cId="3220872964" sldId="332"/>
        </pc:sldMkLst>
        <pc:picChg chg="mod">
          <ac:chgData name="Sarvesh Joshi" userId="967974f4937ce335" providerId="LiveId" clId="{82D24E87-E234-4743-91AA-88A7C6A45B24}" dt="2026-06-14T10:48:56.795" v="5556" actId="1076"/>
          <ac:picMkLst>
            <pc:docMk/>
            <pc:sldMk cId="3220872964" sldId="332"/>
            <ac:picMk id="2" creationId="{2FBC9CD3-28C8-E15B-AD40-E77D5B555001}"/>
          </ac:picMkLst>
        </pc:picChg>
      </pc:sldChg>
      <pc:sldChg chg="addSp delSp modSp add del mod setBg">
        <pc:chgData name="Sarvesh Joshi" userId="967974f4937ce335" providerId="LiveId" clId="{82D24E87-E234-4743-91AA-88A7C6A45B24}" dt="2026-06-15T13:31:32.556" v="11714" actId="47"/>
        <pc:sldMkLst>
          <pc:docMk/>
          <pc:sldMk cId="2797985810" sldId="333"/>
        </pc:sldMkLst>
        <pc:picChg chg="add del">
          <ac:chgData name="Sarvesh Joshi" userId="967974f4937ce335" providerId="LiveId" clId="{82D24E87-E234-4743-91AA-88A7C6A45B24}" dt="2026-06-14T10:48:40.763" v="5553" actId="478"/>
          <ac:picMkLst>
            <pc:docMk/>
            <pc:sldMk cId="2797985810" sldId="333"/>
            <ac:picMk id="2" creationId="{523DB70A-B341-8542-CD00-285B3C368987}"/>
          </ac:picMkLst>
        </pc:picChg>
        <pc:picChg chg="mod">
          <ac:chgData name="Sarvesh Joshi" userId="967974f4937ce335" providerId="LiveId" clId="{82D24E87-E234-4743-91AA-88A7C6A45B24}" dt="2026-06-14T10:50:24.746" v="5566" actId="1076"/>
          <ac:picMkLst>
            <pc:docMk/>
            <pc:sldMk cId="2797985810" sldId="333"/>
            <ac:picMk id="2" creationId="{9A7EBB81-FD42-4A35-17AA-BF1BD2D9DEC2}"/>
          </ac:picMkLst>
        </pc:picChg>
        <pc:picChg chg="del mod">
          <ac:chgData name="Sarvesh Joshi" userId="967974f4937ce335" providerId="LiveId" clId="{82D24E87-E234-4743-91AA-88A7C6A45B24}" dt="2026-06-14T10:49:41.828" v="5560" actId="478"/>
          <ac:picMkLst>
            <pc:docMk/>
            <pc:sldMk cId="2797985810" sldId="333"/>
            <ac:picMk id="3" creationId="{D756DF5B-80DB-3B4F-C9ED-B5F50A84CECB}"/>
          </ac:picMkLst>
        </pc:picChg>
        <pc:picChg chg="add del mod">
          <ac:chgData name="Sarvesh Joshi" userId="967974f4937ce335" providerId="LiveId" clId="{82D24E87-E234-4743-91AA-88A7C6A45B24}" dt="2026-06-14T10:48:23.818" v="5550" actId="931"/>
          <ac:picMkLst>
            <pc:docMk/>
            <pc:sldMk cId="2797985810" sldId="333"/>
            <ac:picMk id="4" creationId="{CB484640-F86D-6F58-D8A9-4AEE724C51AD}"/>
          </ac:picMkLst>
        </pc:picChg>
      </pc:sldChg>
      <pc:sldChg chg="addSp delSp add del setBg delDesignElem">
        <pc:chgData name="Sarvesh Joshi" userId="967974f4937ce335" providerId="LiveId" clId="{82D24E87-E234-4743-91AA-88A7C6A45B24}" dt="2026-06-14T10:48:17.598" v="5547"/>
        <pc:sldMkLst>
          <pc:docMk/>
          <pc:sldMk cId="206160908" sldId="334"/>
        </pc:sldMkLst>
        <pc:spChg chg="add del">
          <ac:chgData name="Sarvesh Joshi" userId="967974f4937ce335" providerId="LiveId" clId="{82D24E87-E234-4743-91AA-88A7C6A45B24}" dt="2026-06-14T10:48:17.598" v="5547"/>
          <ac:spMkLst>
            <pc:docMk/>
            <pc:sldMk cId="206160908" sldId="334"/>
            <ac:spMk id="22" creationId="{BBAFCF61-8DFE-924F-F0DA-FC0DC7832DFA}"/>
          </ac:spMkLst>
        </pc:spChg>
        <pc:grpChg chg="add del">
          <ac:chgData name="Sarvesh Joshi" userId="967974f4937ce335" providerId="LiveId" clId="{82D24E87-E234-4743-91AA-88A7C6A45B24}" dt="2026-06-14T10:48:17.598" v="5547"/>
          <ac:grpSpMkLst>
            <pc:docMk/>
            <pc:sldMk cId="206160908" sldId="334"/>
            <ac:grpSpMk id="23" creationId="{50523057-D6D2-BBC0-AACD-07B7DB3CFBD7}"/>
          </ac:grpSpMkLst>
        </pc:grpChg>
      </pc:sldChg>
      <pc:sldChg chg="addSp delSp modSp new del mod ord">
        <pc:chgData name="Sarvesh Joshi" userId="967974f4937ce335" providerId="LiveId" clId="{82D24E87-E234-4743-91AA-88A7C6A45B24}" dt="2026-06-15T13:31:30.391" v="11709" actId="47"/>
        <pc:sldMkLst>
          <pc:docMk/>
          <pc:sldMk cId="3610106202" sldId="334"/>
        </pc:sldMkLst>
        <pc:picChg chg="add del mod">
          <ac:chgData name="Sarvesh Joshi" userId="967974f4937ce335" providerId="LiveId" clId="{82D24E87-E234-4743-91AA-88A7C6A45B24}" dt="2026-06-14T11:09:16.043" v="5739" actId="478"/>
          <ac:picMkLst>
            <pc:docMk/>
            <pc:sldMk cId="3610106202" sldId="334"/>
            <ac:picMk id="3" creationId="{AD1A1FDF-665E-6C26-F2E6-3349A8DC965E}"/>
          </ac:picMkLst>
        </pc:picChg>
      </pc:sldChg>
      <pc:sldChg chg="modSp add del mod">
        <pc:chgData name="Sarvesh Joshi" userId="967974f4937ce335" providerId="LiveId" clId="{82D24E87-E234-4743-91AA-88A7C6A45B24}" dt="2026-06-14T10:49:05.902" v="5557" actId="47"/>
        <pc:sldMkLst>
          <pc:docMk/>
          <pc:sldMk cId="3724649206" sldId="334"/>
        </pc:sldMkLst>
        <pc:picChg chg="mod">
          <ac:chgData name="Sarvesh Joshi" userId="967974f4937ce335" providerId="LiveId" clId="{82D24E87-E234-4743-91AA-88A7C6A45B24}" dt="2026-06-14T10:48:53.656" v="5555" actId="1076"/>
          <ac:picMkLst>
            <pc:docMk/>
            <pc:sldMk cId="3724649206" sldId="334"/>
            <ac:picMk id="2" creationId="{386C66FA-8F1E-D8C0-D53B-61F031DB89C7}"/>
          </ac:picMkLst>
        </pc:picChg>
      </pc:sldChg>
      <pc:sldChg chg="addSp delSp modSp add mod modTransition addAnim delAnim modAnim">
        <pc:chgData name="Sarvesh Joshi" userId="967974f4937ce335" providerId="LiveId" clId="{82D24E87-E234-4743-91AA-88A7C6A45B24}" dt="2026-06-15T15:21:15.707" v="14058"/>
        <pc:sldMkLst>
          <pc:docMk/>
          <pc:sldMk cId="2692336543" sldId="335"/>
        </pc:sldMkLst>
        <pc:spChg chg="add mod">
          <ac:chgData name="Sarvesh Joshi" userId="967974f4937ce335" providerId="LiveId" clId="{82D24E87-E234-4743-91AA-88A7C6A45B24}" dt="2026-06-14T17:12:11.640" v="8527" actId="164"/>
          <ac:spMkLst>
            <pc:docMk/>
            <pc:sldMk cId="2692336543" sldId="335"/>
            <ac:spMk id="4" creationId="{CC73FF09-D132-9BAE-873A-71DE25232BF6}"/>
          </ac:spMkLst>
        </pc:spChg>
        <pc:spChg chg="add del">
          <ac:chgData name="Sarvesh Joshi" userId="967974f4937ce335" providerId="LiveId" clId="{82D24E87-E234-4743-91AA-88A7C6A45B24}" dt="2026-06-14T13:57:23.370" v="6247" actId="22"/>
          <ac:spMkLst>
            <pc:docMk/>
            <pc:sldMk cId="2692336543" sldId="335"/>
            <ac:spMk id="16" creationId="{95F20341-4FD2-5BA9-824C-E8F80C2BE4DE}"/>
          </ac:spMkLst>
        </pc:spChg>
        <pc:spChg chg="del">
          <ac:chgData name="Sarvesh Joshi" userId="967974f4937ce335" providerId="LiveId" clId="{82D24E87-E234-4743-91AA-88A7C6A45B24}" dt="2026-06-14T11:35:09.668" v="6207" actId="478"/>
          <ac:spMkLst>
            <pc:docMk/>
            <pc:sldMk cId="2692336543" sldId="335"/>
            <ac:spMk id="19" creationId="{A71699CD-B690-8803-5E8B-5622E58E4E6C}"/>
          </ac:spMkLst>
        </pc:spChg>
        <pc:spChg chg="del">
          <ac:chgData name="Sarvesh Joshi" userId="967974f4937ce335" providerId="LiveId" clId="{82D24E87-E234-4743-91AA-88A7C6A45B24}" dt="2026-06-14T11:35:10.645" v="6208" actId="478"/>
          <ac:spMkLst>
            <pc:docMk/>
            <pc:sldMk cId="2692336543" sldId="335"/>
            <ac:spMk id="20" creationId="{77432831-0050-E85F-A36F-C0CACC5B5A64}"/>
          </ac:spMkLst>
        </pc:spChg>
        <pc:spChg chg="add mod">
          <ac:chgData name="Sarvesh Joshi" userId="967974f4937ce335" providerId="LiveId" clId="{82D24E87-E234-4743-91AA-88A7C6A45B24}" dt="2026-06-14T17:12:11.640" v="8527" actId="164"/>
          <ac:spMkLst>
            <pc:docMk/>
            <pc:sldMk cId="2692336543" sldId="335"/>
            <ac:spMk id="22" creationId="{BDC49EEB-1318-51E4-6ACF-15C6F7FD1E55}"/>
          </ac:spMkLst>
        </pc:spChg>
        <pc:spChg chg="add mod">
          <ac:chgData name="Sarvesh Joshi" userId="967974f4937ce335" providerId="LiveId" clId="{82D24E87-E234-4743-91AA-88A7C6A45B24}" dt="2026-06-14T17:12:11.640" v="8527" actId="164"/>
          <ac:spMkLst>
            <pc:docMk/>
            <pc:sldMk cId="2692336543" sldId="335"/>
            <ac:spMk id="24" creationId="{C08FC94B-9B93-09D7-D1F1-AE20583D48C4}"/>
          </ac:spMkLst>
        </pc:spChg>
        <pc:spChg chg="del">
          <ac:chgData name="Sarvesh Joshi" userId="967974f4937ce335" providerId="LiveId" clId="{82D24E87-E234-4743-91AA-88A7C6A45B24}" dt="2026-06-14T11:35:03.107" v="6203" actId="478"/>
          <ac:spMkLst>
            <pc:docMk/>
            <pc:sldMk cId="2692336543" sldId="335"/>
            <ac:spMk id="35" creationId="{11C6245C-EBA8-F2C6-24DE-A6EDD9A9AD7D}"/>
          </ac:spMkLst>
        </pc:spChg>
        <pc:spChg chg="add del mod">
          <ac:chgData name="Sarvesh Joshi" userId="967974f4937ce335" providerId="LiveId" clId="{82D24E87-E234-4743-91AA-88A7C6A45B24}" dt="2026-06-14T17:15:27.570" v="8547" actId="164"/>
          <ac:spMkLst>
            <pc:docMk/>
            <pc:sldMk cId="2692336543" sldId="335"/>
            <ac:spMk id="38" creationId="{AB1ABAA6-4777-6E78-C7CA-32D5F91A9B84}"/>
          </ac:spMkLst>
        </pc:spChg>
        <pc:spChg chg="add del mod ord">
          <ac:chgData name="Sarvesh Joshi" userId="967974f4937ce335" providerId="LiveId" clId="{82D24E87-E234-4743-91AA-88A7C6A45B24}" dt="2026-06-14T15:51:45.370" v="7844" actId="478"/>
          <ac:spMkLst>
            <pc:docMk/>
            <pc:sldMk cId="2692336543" sldId="335"/>
            <ac:spMk id="40" creationId="{08F4E3B2-BBE4-A253-6157-DB1CCE4591AC}"/>
          </ac:spMkLst>
        </pc:spChg>
        <pc:spChg chg="add mod">
          <ac:chgData name="Sarvesh Joshi" userId="967974f4937ce335" providerId="LiveId" clId="{82D24E87-E234-4743-91AA-88A7C6A45B24}" dt="2026-06-14T15:58:36.353" v="7914" actId="164"/>
          <ac:spMkLst>
            <pc:docMk/>
            <pc:sldMk cId="2692336543" sldId="335"/>
            <ac:spMk id="42" creationId="{64EA0460-8FF0-B06C-CD89-7E3D39957B4C}"/>
          </ac:spMkLst>
        </pc:spChg>
        <pc:spChg chg="del">
          <ac:chgData name="Sarvesh Joshi" userId="967974f4937ce335" providerId="LiveId" clId="{82D24E87-E234-4743-91AA-88A7C6A45B24}" dt="2026-06-14T11:35:03.107" v="6203" actId="478"/>
          <ac:spMkLst>
            <pc:docMk/>
            <pc:sldMk cId="2692336543" sldId="335"/>
            <ac:spMk id="43" creationId="{68BAA527-F75B-5349-38AE-20DD1DB904FC}"/>
          </ac:spMkLst>
        </pc:spChg>
        <pc:spChg chg="add mod">
          <ac:chgData name="Sarvesh Joshi" userId="967974f4937ce335" providerId="LiveId" clId="{82D24E87-E234-4743-91AA-88A7C6A45B24}" dt="2026-06-14T15:54:05.924" v="7866" actId="2711"/>
          <ac:spMkLst>
            <pc:docMk/>
            <pc:sldMk cId="2692336543" sldId="335"/>
            <ac:spMk id="46" creationId="{27C14CD2-3B1D-D4DB-C19B-4D328BDEFC44}"/>
          </ac:spMkLst>
        </pc:spChg>
        <pc:spChg chg="add mod">
          <ac:chgData name="Sarvesh Joshi" userId="967974f4937ce335" providerId="LiveId" clId="{82D24E87-E234-4743-91AA-88A7C6A45B24}" dt="2026-06-14T15:10:22.131" v="7570" actId="164"/>
          <ac:spMkLst>
            <pc:docMk/>
            <pc:sldMk cId="2692336543" sldId="335"/>
            <ac:spMk id="48" creationId="{8FE48BFE-464B-099C-F2DF-9EEC97FF4F7E}"/>
          </ac:spMkLst>
        </pc:spChg>
        <pc:spChg chg="del">
          <ac:chgData name="Sarvesh Joshi" userId="967974f4937ce335" providerId="LiveId" clId="{82D24E87-E234-4743-91AA-88A7C6A45B24}" dt="2026-06-14T11:35:07.404" v="6205" actId="478"/>
          <ac:spMkLst>
            <pc:docMk/>
            <pc:sldMk cId="2692336543" sldId="335"/>
            <ac:spMk id="49" creationId="{643FBFE8-B119-BADA-3D3F-39CA16C0152F}"/>
          </ac:spMkLst>
        </pc:spChg>
        <pc:spChg chg="del">
          <ac:chgData name="Sarvesh Joshi" userId="967974f4937ce335" providerId="LiveId" clId="{82D24E87-E234-4743-91AA-88A7C6A45B24}" dt="2026-06-14T11:35:08.407" v="6206" actId="478"/>
          <ac:spMkLst>
            <pc:docMk/>
            <pc:sldMk cId="2692336543" sldId="335"/>
            <ac:spMk id="51" creationId="{A1BB7653-6771-69C0-3844-FE52093B8443}"/>
          </ac:spMkLst>
        </pc:spChg>
        <pc:spChg chg="add mod">
          <ac:chgData name="Sarvesh Joshi" userId="967974f4937ce335" providerId="LiveId" clId="{82D24E87-E234-4743-91AA-88A7C6A45B24}" dt="2026-06-14T15:54:10.503" v="7867" actId="2711"/>
          <ac:spMkLst>
            <pc:docMk/>
            <pc:sldMk cId="2692336543" sldId="335"/>
            <ac:spMk id="52" creationId="{F5D9E4D4-8A35-47C0-65FB-0F0BB30F1ABD}"/>
          </ac:spMkLst>
        </pc:spChg>
        <pc:spChg chg="add mod">
          <ac:chgData name="Sarvesh Joshi" userId="967974f4937ce335" providerId="LiveId" clId="{82D24E87-E234-4743-91AA-88A7C6A45B24}" dt="2026-06-14T15:10:32.436" v="7574" actId="164"/>
          <ac:spMkLst>
            <pc:docMk/>
            <pc:sldMk cId="2692336543" sldId="335"/>
            <ac:spMk id="55" creationId="{8ECB948B-73E8-D2D2-B25E-44B0440AAF43}"/>
          </ac:spMkLst>
        </pc:spChg>
        <pc:spChg chg="mod">
          <ac:chgData name="Sarvesh Joshi" userId="967974f4937ce335" providerId="LiveId" clId="{82D24E87-E234-4743-91AA-88A7C6A45B24}" dt="2026-06-14T11:35:30.395" v="6218" actId="1076"/>
          <ac:spMkLst>
            <pc:docMk/>
            <pc:sldMk cId="2692336543" sldId="335"/>
            <ac:spMk id="56" creationId="{97A0E89A-D07F-30BD-43AF-78876FBFDD5C}"/>
          </ac:spMkLst>
        </pc:spChg>
        <pc:spChg chg="mod">
          <ac:chgData name="Sarvesh Joshi" userId="967974f4937ce335" providerId="LiveId" clId="{82D24E87-E234-4743-91AA-88A7C6A45B24}" dt="2026-06-14T11:35:43.251" v="6220" actId="108"/>
          <ac:spMkLst>
            <pc:docMk/>
            <pc:sldMk cId="2692336543" sldId="335"/>
            <ac:spMk id="58" creationId="{107EEF82-9232-42A4-5926-AC0D85339107}"/>
          </ac:spMkLst>
        </pc:spChg>
        <pc:spChg chg="add del mod">
          <ac:chgData name="Sarvesh Joshi" userId="967974f4937ce335" providerId="LiveId" clId="{82D24E87-E234-4743-91AA-88A7C6A45B24}" dt="2026-06-14T14:13:43.213" v="6588" actId="478"/>
          <ac:spMkLst>
            <pc:docMk/>
            <pc:sldMk cId="2692336543" sldId="335"/>
            <ac:spMk id="59" creationId="{9E364787-5D28-496C-ECDE-80E48794E15B}"/>
          </ac:spMkLst>
        </pc:spChg>
        <pc:spChg chg="add mod">
          <ac:chgData name="Sarvesh Joshi" userId="967974f4937ce335" providerId="LiveId" clId="{82D24E87-E234-4743-91AA-88A7C6A45B24}" dt="2026-06-14T15:54:15.353" v="7868" actId="2711"/>
          <ac:spMkLst>
            <pc:docMk/>
            <pc:sldMk cId="2692336543" sldId="335"/>
            <ac:spMk id="61" creationId="{196E8E65-3F50-8719-7C1C-D36B30006144}"/>
          </ac:spMkLst>
        </pc:spChg>
        <pc:spChg chg="add mod">
          <ac:chgData name="Sarvesh Joshi" userId="967974f4937ce335" providerId="LiveId" clId="{82D24E87-E234-4743-91AA-88A7C6A45B24}" dt="2026-06-14T15:57:38.812" v="7905" actId="207"/>
          <ac:spMkLst>
            <pc:docMk/>
            <pc:sldMk cId="2692336543" sldId="335"/>
            <ac:spMk id="62" creationId="{D5CB7C1C-24A7-B1ED-28FA-6119876CB76A}"/>
          </ac:spMkLst>
        </pc:spChg>
        <pc:spChg chg="add mod">
          <ac:chgData name="Sarvesh Joshi" userId="967974f4937ce335" providerId="LiveId" clId="{82D24E87-E234-4743-91AA-88A7C6A45B24}" dt="2026-06-14T17:14:00.521" v="8537" actId="164"/>
          <ac:spMkLst>
            <pc:docMk/>
            <pc:sldMk cId="2692336543" sldId="335"/>
            <ac:spMk id="192" creationId="{8FB6DB79-F277-18DB-796F-4A3E3AB901FC}"/>
          </ac:spMkLst>
        </pc:spChg>
        <pc:spChg chg="add mod">
          <ac:chgData name="Sarvesh Joshi" userId="967974f4937ce335" providerId="LiveId" clId="{82D24E87-E234-4743-91AA-88A7C6A45B24}" dt="2026-06-14T17:14:00.521" v="8537" actId="164"/>
          <ac:spMkLst>
            <pc:docMk/>
            <pc:sldMk cId="2692336543" sldId="335"/>
            <ac:spMk id="194" creationId="{AED8F3D0-57CB-6FBA-5287-DAA4B5842D05}"/>
          </ac:spMkLst>
        </pc:spChg>
        <pc:spChg chg="add mod">
          <ac:chgData name="Sarvesh Joshi" userId="967974f4937ce335" providerId="LiveId" clId="{82D24E87-E234-4743-91AA-88A7C6A45B24}" dt="2026-06-14T16:17:27.797" v="8197" actId="14100"/>
          <ac:spMkLst>
            <pc:docMk/>
            <pc:sldMk cId="2692336543" sldId="335"/>
            <ac:spMk id="196" creationId="{4DC37043-6980-27C9-3A03-2E2CE3EF5846}"/>
          </ac:spMkLst>
        </pc:spChg>
        <pc:spChg chg="add mod">
          <ac:chgData name="Sarvesh Joshi" userId="967974f4937ce335" providerId="LiveId" clId="{82D24E87-E234-4743-91AA-88A7C6A45B24}" dt="2026-06-14T17:14:00.521" v="8537" actId="164"/>
          <ac:spMkLst>
            <pc:docMk/>
            <pc:sldMk cId="2692336543" sldId="335"/>
            <ac:spMk id="200" creationId="{9EF30815-3819-9054-2144-1C77E096E098}"/>
          </ac:spMkLst>
        </pc:spChg>
        <pc:spChg chg="mod">
          <ac:chgData name="Sarvesh Joshi" userId="967974f4937ce335" providerId="LiveId" clId="{82D24E87-E234-4743-91AA-88A7C6A45B24}" dt="2026-06-14T16:03:06.809" v="8007" actId="207"/>
          <ac:spMkLst>
            <pc:docMk/>
            <pc:sldMk cId="2692336543" sldId="335"/>
            <ac:spMk id="202" creationId="{F705BA1A-A510-DB71-6DE8-23C3F0574C2E}"/>
          </ac:spMkLst>
        </pc:spChg>
        <pc:spChg chg="mod">
          <ac:chgData name="Sarvesh Joshi" userId="967974f4937ce335" providerId="LiveId" clId="{82D24E87-E234-4743-91AA-88A7C6A45B24}" dt="2026-06-14T16:03:10.346" v="8008" actId="207"/>
          <ac:spMkLst>
            <pc:docMk/>
            <pc:sldMk cId="2692336543" sldId="335"/>
            <ac:spMk id="203" creationId="{7C3987B9-E741-81E2-D5AA-7CA33BA2E5EF}"/>
          </ac:spMkLst>
        </pc:spChg>
        <pc:spChg chg="add del mod">
          <ac:chgData name="Sarvesh Joshi" userId="967974f4937ce335" providerId="LiveId" clId="{82D24E87-E234-4743-91AA-88A7C6A45B24}" dt="2026-06-14T11:35:26.559" v="6217" actId="478"/>
          <ac:spMkLst>
            <pc:docMk/>
            <pc:sldMk cId="2692336543" sldId="335"/>
            <ac:spMk id="204" creationId="{D80C6DB9-9137-2763-83D3-609C94BEC7B7}"/>
          </ac:spMkLst>
        </pc:spChg>
        <pc:spChg chg="add mod">
          <ac:chgData name="Sarvesh Joshi" userId="967974f4937ce335" providerId="LiveId" clId="{82D24E87-E234-4743-91AA-88A7C6A45B24}" dt="2026-06-14T17:12:34.273" v="8532" actId="164"/>
          <ac:spMkLst>
            <pc:docMk/>
            <pc:sldMk cId="2692336543" sldId="335"/>
            <ac:spMk id="205" creationId="{A219FFF9-3D95-AF75-1D8C-C599F6A497E9}"/>
          </ac:spMkLst>
        </pc:spChg>
        <pc:spChg chg="add del mod">
          <ac:chgData name="Sarvesh Joshi" userId="967974f4937ce335" providerId="LiveId" clId="{82D24E87-E234-4743-91AA-88A7C6A45B24}" dt="2026-06-14T16:00:48.725" v="7937" actId="478"/>
          <ac:spMkLst>
            <pc:docMk/>
            <pc:sldMk cId="2692336543" sldId="335"/>
            <ac:spMk id="207" creationId="{293475CE-C1DD-7B41-4F02-35B0F4B3EE27}"/>
          </ac:spMkLst>
        </pc:spChg>
        <pc:spChg chg="add del mod ord">
          <ac:chgData name="Sarvesh Joshi" userId="967974f4937ce335" providerId="LiveId" clId="{82D24E87-E234-4743-91AA-88A7C6A45B24}" dt="2026-06-14T15:53:09.694" v="7858" actId="478"/>
          <ac:spMkLst>
            <pc:docMk/>
            <pc:sldMk cId="2692336543" sldId="335"/>
            <ac:spMk id="208" creationId="{65D5871D-432C-1705-7855-1B78626B2D51}"/>
          </ac:spMkLst>
        </pc:spChg>
        <pc:spChg chg="add del mod ord">
          <ac:chgData name="Sarvesh Joshi" userId="967974f4937ce335" providerId="LiveId" clId="{82D24E87-E234-4743-91AA-88A7C6A45B24}" dt="2026-06-14T15:54:39.824" v="7874" actId="478"/>
          <ac:spMkLst>
            <pc:docMk/>
            <pc:sldMk cId="2692336543" sldId="335"/>
            <ac:spMk id="209" creationId="{27E79E09-0FE0-AABC-7662-01A38909E11A}"/>
          </ac:spMkLst>
        </pc:spChg>
        <pc:spChg chg="add del">
          <ac:chgData name="Sarvesh Joshi" userId="967974f4937ce335" providerId="LiveId" clId="{82D24E87-E234-4743-91AA-88A7C6A45B24}" dt="2026-06-14T16:34:21.578" v="8519" actId="478"/>
          <ac:spMkLst>
            <pc:docMk/>
            <pc:sldMk cId="2692336543" sldId="335"/>
            <ac:spMk id="210" creationId="{72304BEC-9C1A-4805-5F45-D524A023B155}"/>
          </ac:spMkLst>
        </pc:spChg>
        <pc:spChg chg="add mod ord">
          <ac:chgData name="Sarvesh Joshi" userId="967974f4937ce335" providerId="LiveId" clId="{82D24E87-E234-4743-91AA-88A7C6A45B24}" dt="2026-06-14T15:58:36.353" v="7914" actId="164"/>
          <ac:spMkLst>
            <pc:docMk/>
            <pc:sldMk cId="2692336543" sldId="335"/>
            <ac:spMk id="211" creationId="{14C7416B-7196-2F14-2C79-40D860242C80}"/>
          </ac:spMkLst>
        </pc:spChg>
        <pc:spChg chg="mod">
          <ac:chgData name="Sarvesh Joshi" userId="967974f4937ce335" providerId="LiveId" clId="{82D24E87-E234-4743-91AA-88A7C6A45B24}" dt="2026-06-14T16:11:55.961" v="8121"/>
          <ac:spMkLst>
            <pc:docMk/>
            <pc:sldMk cId="2692336543" sldId="335"/>
            <ac:spMk id="214" creationId="{DFA4E1B6-B5D3-AE1F-D3B9-573914EBC342}"/>
          </ac:spMkLst>
        </pc:spChg>
        <pc:spChg chg="mod">
          <ac:chgData name="Sarvesh Joshi" userId="967974f4937ce335" providerId="LiveId" clId="{82D24E87-E234-4743-91AA-88A7C6A45B24}" dt="2026-06-15T13:28:59.289" v="11694" actId="1076"/>
          <ac:spMkLst>
            <pc:docMk/>
            <pc:sldMk cId="2692336543" sldId="335"/>
            <ac:spMk id="216" creationId="{63D26BB8-C15F-0F06-43BA-18B79537F978}"/>
          </ac:spMkLst>
        </pc:spChg>
        <pc:spChg chg="mod">
          <ac:chgData name="Sarvesh Joshi" userId="967974f4937ce335" providerId="LiveId" clId="{82D24E87-E234-4743-91AA-88A7C6A45B24}" dt="2026-06-14T16:11:55.961" v="8121"/>
          <ac:spMkLst>
            <pc:docMk/>
            <pc:sldMk cId="2692336543" sldId="335"/>
            <ac:spMk id="217" creationId="{F245A79F-04E4-28FF-E51F-8A29A8BBFC1D}"/>
          </ac:spMkLst>
        </pc:spChg>
        <pc:spChg chg="mod">
          <ac:chgData name="Sarvesh Joshi" userId="967974f4937ce335" providerId="LiveId" clId="{82D24E87-E234-4743-91AA-88A7C6A45B24}" dt="2026-06-14T17:35:21.817" v="8563" actId="207"/>
          <ac:spMkLst>
            <pc:docMk/>
            <pc:sldMk cId="2692336543" sldId="335"/>
            <ac:spMk id="219" creationId="{9997F32D-307C-AEBC-D78D-19CCA2A9A180}"/>
          </ac:spMkLst>
        </pc:spChg>
        <pc:spChg chg="del">
          <ac:chgData name="Sarvesh Joshi" userId="967974f4937ce335" providerId="LiveId" clId="{82D24E87-E234-4743-91AA-88A7C6A45B24}" dt="2026-06-14T11:35:03.107" v="6203" actId="478"/>
          <ac:spMkLst>
            <pc:docMk/>
            <pc:sldMk cId="2692336543" sldId="335"/>
            <ac:spMk id="220" creationId="{4999370A-A1D8-C463-A3A8-8FC44F7A0440}"/>
          </ac:spMkLst>
        </pc:spChg>
        <pc:spChg chg="mod">
          <ac:chgData name="Sarvesh Joshi" userId="967974f4937ce335" providerId="LiveId" clId="{82D24E87-E234-4743-91AA-88A7C6A45B24}" dt="2026-06-15T13:28:59.289" v="11694" actId="1076"/>
          <ac:spMkLst>
            <pc:docMk/>
            <pc:sldMk cId="2692336543" sldId="335"/>
            <ac:spMk id="222" creationId="{65956113-F14D-D6AB-0574-98AC4E436575}"/>
          </ac:spMkLst>
        </pc:spChg>
        <pc:spChg chg="mod">
          <ac:chgData name="Sarvesh Joshi" userId="967974f4937ce335" providerId="LiveId" clId="{82D24E87-E234-4743-91AA-88A7C6A45B24}" dt="2026-06-14T16:12:08.966" v="8135"/>
          <ac:spMkLst>
            <pc:docMk/>
            <pc:sldMk cId="2692336543" sldId="335"/>
            <ac:spMk id="223" creationId="{E87E5CB0-80C8-2459-08E2-DE5CB0353494}"/>
          </ac:spMkLst>
        </pc:spChg>
        <pc:spChg chg="add del mod">
          <ac:chgData name="Sarvesh Joshi" userId="967974f4937ce335" providerId="LiveId" clId="{82D24E87-E234-4743-91AA-88A7C6A45B24}" dt="2026-06-14T16:22:17.880" v="8263" actId="478"/>
          <ac:spMkLst>
            <pc:docMk/>
            <pc:sldMk cId="2692336543" sldId="335"/>
            <ac:spMk id="227" creationId="{C6EFF8E3-A5F0-88BC-FB55-1D64DA48E33C}"/>
          </ac:spMkLst>
        </pc:spChg>
        <pc:spChg chg="add del mod">
          <ac:chgData name="Sarvesh Joshi" userId="967974f4937ce335" providerId="LiveId" clId="{82D24E87-E234-4743-91AA-88A7C6A45B24}" dt="2026-06-14T16:34:55.045" v="8521" actId="478"/>
          <ac:spMkLst>
            <pc:docMk/>
            <pc:sldMk cId="2692336543" sldId="335"/>
            <ac:spMk id="229" creationId="{CF78253F-8D7C-CC57-7E9F-94F72950B399}"/>
          </ac:spMkLst>
        </pc:spChg>
        <pc:spChg chg="add del mod">
          <ac:chgData name="Sarvesh Joshi" userId="967974f4937ce335" providerId="LiveId" clId="{82D24E87-E234-4743-91AA-88A7C6A45B24}" dt="2026-06-15T13:25:06.029" v="11648" actId="1076"/>
          <ac:spMkLst>
            <pc:docMk/>
            <pc:sldMk cId="2692336543" sldId="335"/>
            <ac:spMk id="231" creationId="{BBA5C356-E33D-5F82-C456-E24A6C351BAA}"/>
          </ac:spMkLst>
        </pc:spChg>
        <pc:spChg chg="mod">
          <ac:chgData name="Sarvesh Joshi" userId="967974f4937ce335" providerId="LiveId" clId="{82D24E87-E234-4743-91AA-88A7C6A45B24}" dt="2026-06-15T13:28:45.442" v="11693" actId="1076"/>
          <ac:spMkLst>
            <pc:docMk/>
            <pc:sldMk cId="2692336543" sldId="335"/>
            <ac:spMk id="237" creationId="{7971C6B7-1779-1540-DFC4-9659004CE4E9}"/>
          </ac:spMkLst>
        </pc:spChg>
        <pc:spChg chg="mod">
          <ac:chgData name="Sarvesh Joshi" userId="967974f4937ce335" providerId="LiveId" clId="{82D24E87-E234-4743-91AA-88A7C6A45B24}" dt="2026-06-15T13:28:45.442" v="11693" actId="1076"/>
          <ac:spMkLst>
            <pc:docMk/>
            <pc:sldMk cId="2692336543" sldId="335"/>
            <ac:spMk id="239" creationId="{3DCFA03E-85E0-A27B-C123-F7B6189EDEF1}"/>
          </ac:spMkLst>
        </pc:spChg>
        <pc:spChg chg="del mod">
          <ac:chgData name="Sarvesh Joshi" userId="967974f4937ce335" providerId="LiveId" clId="{82D24E87-E234-4743-91AA-88A7C6A45B24}" dt="2026-06-15T13:29:29.104" v="11699" actId="478"/>
          <ac:spMkLst>
            <pc:docMk/>
            <pc:sldMk cId="2692336543" sldId="335"/>
            <ac:spMk id="240" creationId="{A0E5CD29-5329-074B-16B3-3519C71F2B8F}"/>
          </ac:spMkLst>
        </pc:spChg>
        <pc:spChg chg="mod">
          <ac:chgData name="Sarvesh Joshi" userId="967974f4937ce335" providerId="LiveId" clId="{82D24E87-E234-4743-91AA-88A7C6A45B24}" dt="2026-06-15T13:28:45.442" v="11693" actId="1076"/>
          <ac:spMkLst>
            <pc:docMk/>
            <pc:sldMk cId="2692336543" sldId="335"/>
            <ac:spMk id="241" creationId="{94D02C84-09D4-3CC0-C0E4-939B148B52E2}"/>
          </ac:spMkLst>
        </pc:spChg>
        <pc:spChg chg="mod">
          <ac:chgData name="Sarvesh Joshi" userId="967974f4937ce335" providerId="LiveId" clId="{82D24E87-E234-4743-91AA-88A7C6A45B24}" dt="2026-06-15T13:28:45.442" v="11693" actId="1076"/>
          <ac:spMkLst>
            <pc:docMk/>
            <pc:sldMk cId="2692336543" sldId="335"/>
            <ac:spMk id="243" creationId="{44E5FB9B-BB90-FA8A-D0CA-BF53B9A55534}"/>
          </ac:spMkLst>
        </pc:spChg>
        <pc:spChg chg="del mod">
          <ac:chgData name="Sarvesh Joshi" userId="967974f4937ce335" providerId="LiveId" clId="{82D24E87-E234-4743-91AA-88A7C6A45B24}" dt="2026-06-15T13:29:25.541" v="11698" actId="478"/>
          <ac:spMkLst>
            <pc:docMk/>
            <pc:sldMk cId="2692336543" sldId="335"/>
            <ac:spMk id="244" creationId="{528C6366-B236-7789-3DFA-404854E16B8A}"/>
          </ac:spMkLst>
        </pc:spChg>
        <pc:spChg chg="mod">
          <ac:chgData name="Sarvesh Joshi" userId="967974f4937ce335" providerId="LiveId" clId="{82D24E87-E234-4743-91AA-88A7C6A45B24}" dt="2026-06-15T13:28:45.442" v="11693" actId="1076"/>
          <ac:spMkLst>
            <pc:docMk/>
            <pc:sldMk cId="2692336543" sldId="335"/>
            <ac:spMk id="245" creationId="{BD668B46-9D84-6D89-0062-47F6AD6E98C3}"/>
          </ac:spMkLst>
        </pc:spChg>
        <pc:spChg chg="mod">
          <ac:chgData name="Sarvesh Joshi" userId="967974f4937ce335" providerId="LiveId" clId="{82D24E87-E234-4743-91AA-88A7C6A45B24}" dt="2026-06-15T13:28:45.442" v="11693" actId="1076"/>
          <ac:spMkLst>
            <pc:docMk/>
            <pc:sldMk cId="2692336543" sldId="335"/>
            <ac:spMk id="247" creationId="{D194C40A-DD4E-204D-0A64-D7738D6186C8}"/>
          </ac:spMkLst>
        </pc:spChg>
        <pc:spChg chg="del mod">
          <ac:chgData name="Sarvesh Joshi" userId="967974f4937ce335" providerId="LiveId" clId="{82D24E87-E234-4743-91AA-88A7C6A45B24}" dt="2026-06-15T13:29:18.524" v="11697" actId="478"/>
          <ac:spMkLst>
            <pc:docMk/>
            <pc:sldMk cId="2692336543" sldId="335"/>
            <ac:spMk id="248" creationId="{6FF408B6-823C-85BA-12B7-25CE3B652CD4}"/>
          </ac:spMkLst>
        </pc:spChg>
        <pc:spChg chg="add del mod">
          <ac:chgData name="Sarvesh Joshi" userId="967974f4937ce335" providerId="LiveId" clId="{82D24E87-E234-4743-91AA-88A7C6A45B24}" dt="2026-06-14T16:26:07.221" v="8323" actId="22"/>
          <ac:spMkLst>
            <pc:docMk/>
            <pc:sldMk cId="2692336543" sldId="335"/>
            <ac:spMk id="250" creationId="{5C7512DA-37DF-1747-F31A-AF20B10F70A2}"/>
          </ac:spMkLst>
        </pc:spChg>
        <pc:spChg chg="add mod">
          <ac:chgData name="Sarvesh Joshi" userId="967974f4937ce335" providerId="LiveId" clId="{82D24E87-E234-4743-91AA-88A7C6A45B24}" dt="2026-06-14T16:26:50.145" v="8365" actId="164"/>
          <ac:spMkLst>
            <pc:docMk/>
            <pc:sldMk cId="2692336543" sldId="335"/>
            <ac:spMk id="252" creationId="{6EE3C465-7683-8FD9-7373-F33C46CB29EF}"/>
          </ac:spMkLst>
        </pc:spChg>
        <pc:spChg chg="add mod">
          <ac:chgData name="Sarvesh Joshi" userId="967974f4937ce335" providerId="LiveId" clId="{82D24E87-E234-4743-91AA-88A7C6A45B24}" dt="2026-06-14T16:26:50.145" v="8365" actId="164"/>
          <ac:spMkLst>
            <pc:docMk/>
            <pc:sldMk cId="2692336543" sldId="335"/>
            <ac:spMk id="254" creationId="{819173E7-301F-8263-A5E0-D08124176D51}"/>
          </ac:spMkLst>
        </pc:spChg>
        <pc:spChg chg="mod">
          <ac:chgData name="Sarvesh Joshi" userId="967974f4937ce335" providerId="LiveId" clId="{82D24E87-E234-4743-91AA-88A7C6A45B24}" dt="2026-06-14T16:26:57.490" v="8367"/>
          <ac:spMkLst>
            <pc:docMk/>
            <pc:sldMk cId="2692336543" sldId="335"/>
            <ac:spMk id="385" creationId="{25A991D8-AF56-E76E-5FFD-0F45A3BCE4E0}"/>
          </ac:spMkLst>
        </pc:spChg>
        <pc:spChg chg="mod">
          <ac:chgData name="Sarvesh Joshi" userId="967974f4937ce335" providerId="LiveId" clId="{82D24E87-E234-4743-91AA-88A7C6A45B24}" dt="2026-06-14T16:27:02.867" v="8383" actId="20577"/>
          <ac:spMkLst>
            <pc:docMk/>
            <pc:sldMk cId="2692336543" sldId="335"/>
            <ac:spMk id="386" creationId="{D076DC85-E5A3-8516-B9FF-6FD45AF98947}"/>
          </ac:spMkLst>
        </pc:spChg>
        <pc:spChg chg="mod">
          <ac:chgData name="Sarvesh Joshi" userId="967974f4937ce335" providerId="LiveId" clId="{82D24E87-E234-4743-91AA-88A7C6A45B24}" dt="2026-06-14T16:27:25.732" v="8390"/>
          <ac:spMkLst>
            <pc:docMk/>
            <pc:sldMk cId="2692336543" sldId="335"/>
            <ac:spMk id="388" creationId="{0025B212-E488-FA4B-47C5-33A15B20638B}"/>
          </ac:spMkLst>
        </pc:spChg>
        <pc:spChg chg="mod">
          <ac:chgData name="Sarvesh Joshi" userId="967974f4937ce335" providerId="LiveId" clId="{82D24E87-E234-4743-91AA-88A7C6A45B24}" dt="2026-06-14T16:27:33.482" v="8411" actId="20577"/>
          <ac:spMkLst>
            <pc:docMk/>
            <pc:sldMk cId="2692336543" sldId="335"/>
            <ac:spMk id="389" creationId="{532ACEF8-F8CF-3274-4770-6056761419A1}"/>
          </ac:spMkLst>
        </pc:spChg>
        <pc:spChg chg="add mod">
          <ac:chgData name="Sarvesh Joshi" userId="967974f4937ce335" providerId="LiveId" clId="{82D24E87-E234-4743-91AA-88A7C6A45B24}" dt="2026-06-14T17:12:34.273" v="8532" actId="164"/>
          <ac:spMkLst>
            <pc:docMk/>
            <pc:sldMk cId="2692336543" sldId="335"/>
            <ac:spMk id="391" creationId="{3A94D31B-5EFE-C60D-C2DA-6212EA6FB4AB}"/>
          </ac:spMkLst>
        </pc:spChg>
        <pc:spChg chg="add mod">
          <ac:chgData name="Sarvesh Joshi" userId="967974f4937ce335" providerId="LiveId" clId="{82D24E87-E234-4743-91AA-88A7C6A45B24}" dt="2026-06-15T13:24:59.383" v="11647" actId="1076"/>
          <ac:spMkLst>
            <pc:docMk/>
            <pc:sldMk cId="2692336543" sldId="335"/>
            <ac:spMk id="398" creationId="{0FFA78E9-C6D8-2B41-ABE4-B70F43344213}"/>
          </ac:spMkLst>
        </pc:spChg>
        <pc:spChg chg="add mod">
          <ac:chgData name="Sarvesh Joshi" userId="967974f4937ce335" providerId="LiveId" clId="{82D24E87-E234-4743-91AA-88A7C6A45B24}" dt="2026-06-15T13:29:48.995" v="11704" actId="1076"/>
          <ac:spMkLst>
            <pc:docMk/>
            <pc:sldMk cId="2692336543" sldId="335"/>
            <ac:spMk id="404" creationId="{A81915E6-B786-D3B3-890F-E73953CE9958}"/>
          </ac:spMkLst>
        </pc:spChg>
        <pc:spChg chg="add mod">
          <ac:chgData name="Sarvesh Joshi" userId="967974f4937ce335" providerId="LiveId" clId="{82D24E87-E234-4743-91AA-88A7C6A45B24}" dt="2026-06-15T13:25:14.809" v="11650" actId="1076"/>
          <ac:spMkLst>
            <pc:docMk/>
            <pc:sldMk cId="2692336543" sldId="335"/>
            <ac:spMk id="410" creationId="{6DBED25F-3F7D-7596-616F-BA1B209E6C5B}"/>
          </ac:spMkLst>
        </pc:spChg>
        <pc:spChg chg="add mod">
          <ac:chgData name="Sarvesh Joshi" userId="967974f4937ce335" providerId="LiveId" clId="{82D24E87-E234-4743-91AA-88A7C6A45B24}" dt="2026-06-14T16:35:03.649" v="8523" actId="1076"/>
          <ac:spMkLst>
            <pc:docMk/>
            <pc:sldMk cId="2692336543" sldId="335"/>
            <ac:spMk id="415" creationId="{124878B0-D264-3675-8A63-71BE7D4E0DF1}"/>
          </ac:spMkLst>
        </pc:spChg>
        <pc:spChg chg="add mod">
          <ac:chgData name="Sarvesh Joshi" userId="967974f4937ce335" providerId="LiveId" clId="{82D24E87-E234-4743-91AA-88A7C6A45B24}" dt="2026-06-15T13:24:43.875" v="11645" actId="1076"/>
          <ac:spMkLst>
            <pc:docMk/>
            <pc:sldMk cId="2692336543" sldId="335"/>
            <ac:spMk id="417" creationId="{218BA82F-39B2-D87F-F844-84D848DC971E}"/>
          </ac:spMkLst>
        </pc:spChg>
        <pc:spChg chg="add del mod">
          <ac:chgData name="Sarvesh Joshi" userId="967974f4937ce335" providerId="LiveId" clId="{82D24E87-E234-4743-91AA-88A7C6A45B24}" dt="2026-06-14T17:36:32.097" v="8574" actId="11529"/>
          <ac:spMkLst>
            <pc:docMk/>
            <pc:sldMk cId="2692336543" sldId="335"/>
            <ac:spMk id="425" creationId="{CDBD947D-E550-4E95-DEF5-ACF442406314}"/>
          </ac:spMkLst>
        </pc:spChg>
        <pc:spChg chg="add mod">
          <ac:chgData name="Sarvesh Joshi" userId="967974f4937ce335" providerId="LiveId" clId="{82D24E87-E234-4743-91AA-88A7C6A45B24}" dt="2026-06-15T12:49:40.611" v="11127" actId="164"/>
          <ac:spMkLst>
            <pc:docMk/>
            <pc:sldMk cId="2692336543" sldId="335"/>
            <ac:spMk id="427" creationId="{F8DC75C5-EA3B-DD35-A8A1-10BB15C7C6B8}"/>
          </ac:spMkLst>
        </pc:spChg>
        <pc:spChg chg="mod">
          <ac:chgData name="Sarvesh Joshi" userId="967974f4937ce335" providerId="LiveId" clId="{82D24E87-E234-4743-91AA-88A7C6A45B24}" dt="2026-06-14T14:50:42.715" v="7284" actId="14100"/>
          <ac:spMkLst>
            <pc:docMk/>
            <pc:sldMk cId="2692336543" sldId="335"/>
            <ac:spMk id="582" creationId="{10230DDB-6B9F-C546-5AB2-2C261F722C20}"/>
          </ac:spMkLst>
        </pc:spChg>
        <pc:spChg chg="mod">
          <ac:chgData name="Sarvesh Joshi" userId="967974f4937ce335" providerId="LiveId" clId="{82D24E87-E234-4743-91AA-88A7C6A45B24}" dt="2026-06-14T14:50:04.429" v="7250" actId="20577"/>
          <ac:spMkLst>
            <pc:docMk/>
            <pc:sldMk cId="2692336543" sldId="335"/>
            <ac:spMk id="584" creationId="{6D67FA48-3C85-2685-9F18-EEE34AB7F51B}"/>
          </ac:spMkLst>
        </pc:spChg>
        <pc:spChg chg="mod">
          <ac:chgData name="Sarvesh Joshi" userId="967974f4937ce335" providerId="LiveId" clId="{82D24E87-E234-4743-91AA-88A7C6A45B24}" dt="2026-06-14T14:49:53.227" v="7220"/>
          <ac:spMkLst>
            <pc:docMk/>
            <pc:sldMk cId="2692336543" sldId="335"/>
            <ac:spMk id="585" creationId="{2B69D11C-ED04-2EC7-7079-99E6223EEB1D}"/>
          </ac:spMkLst>
        </pc:spChg>
        <pc:spChg chg="mod">
          <ac:chgData name="Sarvesh Joshi" userId="967974f4937ce335" providerId="LiveId" clId="{82D24E87-E234-4743-91AA-88A7C6A45B24}" dt="2026-06-14T14:50:06.684" v="7251"/>
          <ac:spMkLst>
            <pc:docMk/>
            <pc:sldMk cId="2692336543" sldId="335"/>
            <ac:spMk id="587" creationId="{7907C32D-F2B6-9ADC-6E74-839B28775A48}"/>
          </ac:spMkLst>
        </pc:spChg>
        <pc:spChg chg="mod">
          <ac:chgData name="Sarvesh Joshi" userId="967974f4937ce335" providerId="LiveId" clId="{82D24E87-E234-4743-91AA-88A7C6A45B24}" dt="2026-06-14T14:50:20.767" v="7278" actId="20577"/>
          <ac:spMkLst>
            <pc:docMk/>
            <pc:sldMk cId="2692336543" sldId="335"/>
            <ac:spMk id="589" creationId="{9770F108-EE6C-C38F-91ED-EFA2261385F4}"/>
          </ac:spMkLst>
        </pc:spChg>
        <pc:spChg chg="mod">
          <ac:chgData name="Sarvesh Joshi" userId="967974f4937ce335" providerId="LiveId" clId="{82D24E87-E234-4743-91AA-88A7C6A45B24}" dt="2026-06-14T14:50:06.684" v="7251"/>
          <ac:spMkLst>
            <pc:docMk/>
            <pc:sldMk cId="2692336543" sldId="335"/>
            <ac:spMk id="590" creationId="{8DFF284A-CF9F-E913-577C-EEAC34EA1258}"/>
          </ac:spMkLst>
        </pc:spChg>
        <pc:spChg chg="del mod">
          <ac:chgData name="Sarvesh Joshi" userId="967974f4937ce335" providerId="LiveId" clId="{82D24E87-E234-4743-91AA-88A7C6A45B24}" dt="2026-06-14T16:26:28.735" v="8357" actId="478"/>
          <ac:spMkLst>
            <pc:docMk/>
            <pc:sldMk cId="2692336543" sldId="335"/>
            <ac:spMk id="592" creationId="{AF35BE37-E3B4-DCB2-DE77-69D7F975399F}"/>
          </ac:spMkLst>
        </pc:spChg>
        <pc:spChg chg="del mod">
          <ac:chgData name="Sarvesh Joshi" userId="967974f4937ce335" providerId="LiveId" clId="{82D24E87-E234-4743-91AA-88A7C6A45B24}" dt="2026-06-14T16:26:31.365" v="8359" actId="478"/>
          <ac:spMkLst>
            <pc:docMk/>
            <pc:sldMk cId="2692336543" sldId="335"/>
            <ac:spMk id="594" creationId="{B0D84DB9-A92C-A0FC-C1DD-A7D9EAFEF9CF}"/>
          </ac:spMkLst>
        </pc:spChg>
        <pc:spChg chg="del mod">
          <ac:chgData name="Sarvesh Joshi" userId="967974f4937ce335" providerId="LiveId" clId="{82D24E87-E234-4743-91AA-88A7C6A45B24}" dt="2026-06-14T16:26:34.488" v="8360" actId="478"/>
          <ac:spMkLst>
            <pc:docMk/>
            <pc:sldMk cId="2692336543" sldId="335"/>
            <ac:spMk id="595" creationId="{63F542F3-E778-4051-313B-0CEDE4F5F823}"/>
          </ac:spMkLst>
        </pc:spChg>
        <pc:spChg chg="del mod">
          <ac:chgData name="Sarvesh Joshi" userId="967974f4937ce335" providerId="LiveId" clId="{82D24E87-E234-4743-91AA-88A7C6A45B24}" dt="2026-06-14T16:27:11.964" v="8386" actId="478"/>
          <ac:spMkLst>
            <pc:docMk/>
            <pc:sldMk cId="2692336543" sldId="335"/>
            <ac:spMk id="597" creationId="{FB810FAF-2B91-4DB5-EC19-EE0CD59B0710}"/>
          </ac:spMkLst>
        </pc:spChg>
        <pc:spChg chg="del mod">
          <ac:chgData name="Sarvesh Joshi" userId="967974f4937ce335" providerId="LiveId" clId="{82D24E87-E234-4743-91AA-88A7C6A45B24}" dt="2026-06-14T16:27:13.348" v="8387" actId="478"/>
          <ac:spMkLst>
            <pc:docMk/>
            <pc:sldMk cId="2692336543" sldId="335"/>
            <ac:spMk id="599" creationId="{8A2B6303-DF98-0759-9608-65F8F6EE7069}"/>
          </ac:spMkLst>
        </pc:spChg>
        <pc:spChg chg="del">
          <ac:chgData name="Sarvesh Joshi" userId="967974f4937ce335" providerId="LiveId" clId="{82D24E87-E234-4743-91AA-88A7C6A45B24}" dt="2026-06-14T11:35:03.107" v="6203" actId="478"/>
          <ac:spMkLst>
            <pc:docMk/>
            <pc:sldMk cId="2692336543" sldId="335"/>
            <ac:spMk id="600" creationId="{06FF4BD8-BBD0-1346-636F-87DB126A5AF2}"/>
          </ac:spMkLst>
        </pc:spChg>
        <pc:spChg chg="del">
          <ac:chgData name="Sarvesh Joshi" userId="967974f4937ce335" providerId="LiveId" clId="{82D24E87-E234-4743-91AA-88A7C6A45B24}" dt="2026-06-14T11:35:03.107" v="6203" actId="478"/>
          <ac:spMkLst>
            <pc:docMk/>
            <pc:sldMk cId="2692336543" sldId="335"/>
            <ac:spMk id="602" creationId="{FF739EC9-1B39-01C5-9EEC-9E294537C221}"/>
          </ac:spMkLst>
        </pc:spChg>
        <pc:spChg chg="del mod">
          <ac:chgData name="Sarvesh Joshi" userId="967974f4937ce335" providerId="LiveId" clId="{82D24E87-E234-4743-91AA-88A7C6A45B24}" dt="2026-06-14T16:27:17.164" v="8388" actId="478"/>
          <ac:spMkLst>
            <pc:docMk/>
            <pc:sldMk cId="2692336543" sldId="335"/>
            <ac:spMk id="603" creationId="{C03119A4-9D41-BDD5-174F-5C30052362D6}"/>
          </ac:spMkLst>
        </pc:spChg>
        <pc:spChg chg="del mod">
          <ac:chgData name="Sarvesh Joshi" userId="967974f4937ce335" providerId="LiveId" clId="{82D24E87-E234-4743-91AA-88A7C6A45B24}" dt="2026-06-14T16:27:38.014" v="8412" actId="478"/>
          <ac:spMkLst>
            <pc:docMk/>
            <pc:sldMk cId="2692336543" sldId="335"/>
            <ac:spMk id="605" creationId="{6A1A2B9F-FCA6-A087-92EA-0E0521D3F199}"/>
          </ac:spMkLst>
        </pc:spChg>
        <pc:spChg chg="del mod">
          <ac:chgData name="Sarvesh Joshi" userId="967974f4937ce335" providerId="LiveId" clId="{82D24E87-E234-4743-91AA-88A7C6A45B24}" dt="2026-06-14T16:27:40.459" v="8414" actId="478"/>
          <ac:spMkLst>
            <pc:docMk/>
            <pc:sldMk cId="2692336543" sldId="335"/>
            <ac:spMk id="607" creationId="{8E2F8745-7067-410D-FF6B-39D0BFDD8BFD}"/>
          </ac:spMkLst>
        </pc:spChg>
        <pc:spChg chg="del mod topLvl">
          <ac:chgData name="Sarvesh Joshi" userId="967974f4937ce335" providerId="LiveId" clId="{82D24E87-E234-4743-91AA-88A7C6A45B24}" dt="2026-06-14T16:27:42.983" v="8415" actId="478"/>
          <ac:spMkLst>
            <pc:docMk/>
            <pc:sldMk cId="2692336543" sldId="335"/>
            <ac:spMk id="608" creationId="{770365BC-21D4-DE95-6400-158FE826937D}"/>
          </ac:spMkLst>
        </pc:spChg>
        <pc:spChg chg="add del mod">
          <ac:chgData name="Sarvesh Joshi" userId="967974f4937ce335" providerId="LiveId" clId="{82D24E87-E234-4743-91AA-88A7C6A45B24}" dt="2026-06-14T16:19:50.671" v="8232" actId="478"/>
          <ac:spMkLst>
            <pc:docMk/>
            <pc:sldMk cId="2692336543" sldId="335"/>
            <ac:spMk id="611" creationId="{680F8AA0-A361-B306-620A-B9F9306CA4FE}"/>
          </ac:spMkLst>
        </pc:spChg>
        <pc:spChg chg="add del mod">
          <ac:chgData name="Sarvesh Joshi" userId="967974f4937ce335" providerId="LiveId" clId="{82D24E87-E234-4743-91AA-88A7C6A45B24}" dt="2026-06-14T16:22:56.181" v="8268" actId="478"/>
          <ac:spMkLst>
            <pc:docMk/>
            <pc:sldMk cId="2692336543" sldId="335"/>
            <ac:spMk id="613" creationId="{F7E4DCA4-3CFF-020F-237D-B7917146B9F5}"/>
          </ac:spMkLst>
        </pc:spChg>
        <pc:spChg chg="add mod">
          <ac:chgData name="Sarvesh Joshi" userId="967974f4937ce335" providerId="LiveId" clId="{82D24E87-E234-4743-91AA-88A7C6A45B24}" dt="2026-06-14T17:13:27.798" v="8534" actId="164"/>
          <ac:spMkLst>
            <pc:docMk/>
            <pc:sldMk cId="2692336543" sldId="335"/>
            <ac:spMk id="615" creationId="{606E8F94-F3D9-0ED8-6B9B-D1D3CD85BD89}"/>
          </ac:spMkLst>
        </pc:spChg>
        <pc:spChg chg="add mod">
          <ac:chgData name="Sarvesh Joshi" userId="967974f4937ce335" providerId="LiveId" clId="{82D24E87-E234-4743-91AA-88A7C6A45B24}" dt="2026-06-14T17:13:27.798" v="8534" actId="164"/>
          <ac:spMkLst>
            <pc:docMk/>
            <pc:sldMk cId="2692336543" sldId="335"/>
            <ac:spMk id="616" creationId="{843066BA-2DA0-C17A-D426-3DFCDEBCAB8B}"/>
          </ac:spMkLst>
        </pc:spChg>
        <pc:spChg chg="add mod">
          <ac:chgData name="Sarvesh Joshi" userId="967974f4937ce335" providerId="LiveId" clId="{82D24E87-E234-4743-91AA-88A7C6A45B24}" dt="2026-06-14T17:14:00.521" v="8537" actId="164"/>
          <ac:spMkLst>
            <pc:docMk/>
            <pc:sldMk cId="2692336543" sldId="335"/>
            <ac:spMk id="632" creationId="{4A5E32C2-FB01-AFCA-6814-5A2F68C509E8}"/>
          </ac:spMkLst>
        </pc:spChg>
        <pc:spChg chg="add del mod">
          <ac:chgData name="Sarvesh Joshi" userId="967974f4937ce335" providerId="LiveId" clId="{82D24E87-E234-4743-91AA-88A7C6A45B24}" dt="2026-06-14T15:18:46.037" v="7767" actId="478"/>
          <ac:spMkLst>
            <pc:docMk/>
            <pc:sldMk cId="2692336543" sldId="335"/>
            <ac:spMk id="634" creationId="{6A5F7BD9-9942-A26E-EFF0-9835FC03CE35}"/>
          </ac:spMkLst>
        </pc:spChg>
        <pc:spChg chg="add mod">
          <ac:chgData name="Sarvesh Joshi" userId="967974f4937ce335" providerId="LiveId" clId="{82D24E87-E234-4743-91AA-88A7C6A45B24}" dt="2026-06-14T17:14:00.521" v="8537" actId="164"/>
          <ac:spMkLst>
            <pc:docMk/>
            <pc:sldMk cId="2692336543" sldId="335"/>
            <ac:spMk id="636" creationId="{97B81B36-7881-9D3E-0167-CBAA5391C692}"/>
          </ac:spMkLst>
        </pc:spChg>
        <pc:spChg chg="add mod">
          <ac:chgData name="Sarvesh Joshi" userId="967974f4937ce335" providerId="LiveId" clId="{82D24E87-E234-4743-91AA-88A7C6A45B24}" dt="2026-06-14T17:12:34.273" v="8532" actId="164"/>
          <ac:spMkLst>
            <pc:docMk/>
            <pc:sldMk cId="2692336543" sldId="335"/>
            <ac:spMk id="896" creationId="{2A11F640-0CCD-3E49-E029-20646DA0504B}"/>
          </ac:spMkLst>
        </pc:spChg>
        <pc:spChg chg="add mod">
          <ac:chgData name="Sarvesh Joshi" userId="967974f4937ce335" providerId="LiveId" clId="{82D24E87-E234-4743-91AA-88A7C6A45B24}" dt="2026-06-14T17:13:27.798" v="8534" actId="164"/>
          <ac:spMkLst>
            <pc:docMk/>
            <pc:sldMk cId="2692336543" sldId="335"/>
            <ac:spMk id="897" creationId="{DA3C68F0-4ACC-E77A-4F48-BA951CF1DCC8}"/>
          </ac:spMkLst>
        </pc:spChg>
        <pc:spChg chg="add del mod">
          <ac:chgData name="Sarvesh Joshi" userId="967974f4937ce335" providerId="LiveId" clId="{82D24E87-E234-4743-91AA-88A7C6A45B24}" dt="2026-06-14T16:34:54.209" v="8520" actId="478"/>
          <ac:spMkLst>
            <pc:docMk/>
            <pc:sldMk cId="2692336543" sldId="335"/>
            <ac:spMk id="899" creationId="{35CB3C22-6DB7-0089-901D-ACB6DC425CFB}"/>
          </ac:spMkLst>
        </pc:spChg>
        <pc:spChg chg="add mod">
          <ac:chgData name="Sarvesh Joshi" userId="967974f4937ce335" providerId="LiveId" clId="{82D24E87-E234-4743-91AA-88A7C6A45B24}" dt="2026-06-14T17:13:27.798" v="8534" actId="164"/>
          <ac:spMkLst>
            <pc:docMk/>
            <pc:sldMk cId="2692336543" sldId="335"/>
            <ac:spMk id="900" creationId="{38BFB41D-E71D-CF1B-CAAB-03760141ECBB}"/>
          </ac:spMkLst>
        </pc:spChg>
        <pc:spChg chg="add mod">
          <ac:chgData name="Sarvesh Joshi" userId="967974f4937ce335" providerId="LiveId" clId="{82D24E87-E234-4743-91AA-88A7C6A45B24}" dt="2026-06-14T17:13:27.798" v="8534" actId="164"/>
          <ac:spMkLst>
            <pc:docMk/>
            <pc:sldMk cId="2692336543" sldId="335"/>
            <ac:spMk id="901" creationId="{F56DDDC5-523C-2912-0E67-9AFEBA297464}"/>
          </ac:spMkLst>
        </pc:spChg>
        <pc:spChg chg="add del">
          <ac:chgData name="Sarvesh Joshi" userId="967974f4937ce335" providerId="LiveId" clId="{82D24E87-E234-4743-91AA-88A7C6A45B24}" dt="2026-06-14T14:23:06.063" v="6698" actId="11529"/>
          <ac:spMkLst>
            <pc:docMk/>
            <pc:sldMk cId="2692336543" sldId="335"/>
            <ac:spMk id="902" creationId="{D41A35D6-337E-FF46-AD65-599278A3F68D}"/>
          </ac:spMkLst>
        </pc:spChg>
        <pc:spChg chg="add mod">
          <ac:chgData name="Sarvesh Joshi" userId="967974f4937ce335" providerId="LiveId" clId="{82D24E87-E234-4743-91AA-88A7C6A45B24}" dt="2026-06-14T16:29:23.661" v="8438" actId="14100"/>
          <ac:spMkLst>
            <pc:docMk/>
            <pc:sldMk cId="2692336543" sldId="335"/>
            <ac:spMk id="904" creationId="{2C955CE6-DB80-AE49-94C0-DAB5281CD6A1}"/>
          </ac:spMkLst>
        </pc:spChg>
        <pc:spChg chg="add mod">
          <ac:chgData name="Sarvesh Joshi" userId="967974f4937ce335" providerId="LiveId" clId="{82D24E87-E234-4743-91AA-88A7C6A45B24}" dt="2026-06-14T17:13:27.798" v="8534" actId="164"/>
          <ac:spMkLst>
            <pc:docMk/>
            <pc:sldMk cId="2692336543" sldId="335"/>
            <ac:spMk id="906" creationId="{BD9BE022-847F-25A9-0A3C-E3C17675AFE6}"/>
          </ac:spMkLst>
        </pc:spChg>
        <pc:spChg chg="add mod">
          <ac:chgData name="Sarvesh Joshi" userId="967974f4937ce335" providerId="LiveId" clId="{82D24E87-E234-4743-91AA-88A7C6A45B24}" dt="2026-06-14T17:13:27.798" v="8534" actId="164"/>
          <ac:spMkLst>
            <pc:docMk/>
            <pc:sldMk cId="2692336543" sldId="335"/>
            <ac:spMk id="907" creationId="{710728CE-1AFD-44AD-7675-A4C49E1011D8}"/>
          </ac:spMkLst>
        </pc:spChg>
        <pc:spChg chg="add del mod">
          <ac:chgData name="Sarvesh Joshi" userId="967974f4937ce335" providerId="LiveId" clId="{82D24E87-E234-4743-91AA-88A7C6A45B24}" dt="2026-06-14T14:27:58.169" v="6795" actId="478"/>
          <ac:spMkLst>
            <pc:docMk/>
            <pc:sldMk cId="2692336543" sldId="335"/>
            <ac:spMk id="909" creationId="{AF78886C-4F2E-64FC-6064-63F9968DD921}"/>
          </ac:spMkLst>
        </pc:spChg>
        <pc:spChg chg="del">
          <ac:chgData name="Sarvesh Joshi" userId="967974f4937ce335" providerId="LiveId" clId="{82D24E87-E234-4743-91AA-88A7C6A45B24}" dt="2026-06-14T11:35:03.107" v="6203" actId="478"/>
          <ac:spMkLst>
            <pc:docMk/>
            <pc:sldMk cId="2692336543" sldId="335"/>
            <ac:spMk id="911" creationId="{B21F626C-5F30-FA48-2EED-0B56BF8083BC}"/>
          </ac:spMkLst>
        </pc:spChg>
        <pc:spChg chg="del">
          <ac:chgData name="Sarvesh Joshi" userId="967974f4937ce335" providerId="LiveId" clId="{82D24E87-E234-4743-91AA-88A7C6A45B24}" dt="2026-06-14T11:35:03.107" v="6203" actId="478"/>
          <ac:spMkLst>
            <pc:docMk/>
            <pc:sldMk cId="2692336543" sldId="335"/>
            <ac:spMk id="913" creationId="{D5DA6245-85DE-5DA4-ABD6-2BCB6A081A12}"/>
          </ac:spMkLst>
        </pc:spChg>
        <pc:spChg chg="add del">
          <ac:chgData name="Sarvesh Joshi" userId="967974f4937ce335" providerId="LiveId" clId="{82D24E87-E234-4743-91AA-88A7C6A45B24}" dt="2026-06-14T14:28:28.669" v="6797" actId="22"/>
          <ac:spMkLst>
            <pc:docMk/>
            <pc:sldMk cId="2692336543" sldId="335"/>
            <ac:spMk id="916" creationId="{2C06C009-3042-EA44-807D-3B516FF571DF}"/>
          </ac:spMkLst>
        </pc:spChg>
        <pc:spChg chg="add del">
          <ac:chgData name="Sarvesh Joshi" userId="967974f4937ce335" providerId="LiveId" clId="{82D24E87-E234-4743-91AA-88A7C6A45B24}" dt="2026-06-14T14:28:28.669" v="6797" actId="22"/>
          <ac:spMkLst>
            <pc:docMk/>
            <pc:sldMk cId="2692336543" sldId="335"/>
            <ac:spMk id="918" creationId="{A6F6C70D-BA9E-B118-4307-167E44335F9D}"/>
          </ac:spMkLst>
        </pc:spChg>
        <pc:spChg chg="del">
          <ac:chgData name="Sarvesh Joshi" userId="967974f4937ce335" providerId="LiveId" clId="{82D24E87-E234-4743-91AA-88A7C6A45B24}" dt="2026-06-14T11:35:03.107" v="6203" actId="478"/>
          <ac:spMkLst>
            <pc:docMk/>
            <pc:sldMk cId="2692336543" sldId="335"/>
            <ac:spMk id="920" creationId="{63EBF644-4F2E-B313-B3DD-9122F8AFC13D}"/>
          </ac:spMkLst>
        </pc:spChg>
        <pc:spChg chg="add del">
          <ac:chgData name="Sarvesh Joshi" userId="967974f4937ce335" providerId="LiveId" clId="{82D24E87-E234-4743-91AA-88A7C6A45B24}" dt="2026-06-14T14:28:54.216" v="6801" actId="22"/>
          <ac:spMkLst>
            <pc:docMk/>
            <pc:sldMk cId="2692336543" sldId="335"/>
            <ac:spMk id="921" creationId="{5B83FEE7-098D-0E00-C273-A5F10A4DFE88}"/>
          </ac:spMkLst>
        </pc:spChg>
        <pc:spChg chg="add del">
          <ac:chgData name="Sarvesh Joshi" userId="967974f4937ce335" providerId="LiveId" clId="{82D24E87-E234-4743-91AA-88A7C6A45B24}" dt="2026-06-14T14:28:54.216" v="6801" actId="22"/>
          <ac:spMkLst>
            <pc:docMk/>
            <pc:sldMk cId="2692336543" sldId="335"/>
            <ac:spMk id="923" creationId="{EC30C10B-345F-A7C4-6D37-ED32B1BDE1CF}"/>
          </ac:spMkLst>
        </pc:spChg>
        <pc:spChg chg="add del">
          <ac:chgData name="Sarvesh Joshi" userId="967974f4937ce335" providerId="LiveId" clId="{82D24E87-E234-4743-91AA-88A7C6A45B24}" dt="2026-06-14T14:29:34.966" v="6809" actId="22"/>
          <ac:spMkLst>
            <pc:docMk/>
            <pc:sldMk cId="2692336543" sldId="335"/>
            <ac:spMk id="925" creationId="{C4400685-B104-FF28-AADB-7E9CA5CECAC0}"/>
          </ac:spMkLst>
        </pc:spChg>
        <pc:spChg chg="mod">
          <ac:chgData name="Sarvesh Joshi" userId="967974f4937ce335" providerId="LiveId" clId="{82D24E87-E234-4743-91AA-88A7C6A45B24}" dt="2026-06-14T14:30:18.770" v="6864" actId="1076"/>
          <ac:spMkLst>
            <pc:docMk/>
            <pc:sldMk cId="2692336543" sldId="335"/>
            <ac:spMk id="927" creationId="{A0A707E8-D21F-44B8-0E53-66B55EDADB44}"/>
          </ac:spMkLst>
        </pc:spChg>
        <pc:spChg chg="mod">
          <ac:chgData name="Sarvesh Joshi" userId="967974f4937ce335" providerId="LiveId" clId="{82D24E87-E234-4743-91AA-88A7C6A45B24}" dt="2026-06-14T14:38:14.576" v="7008" actId="1076"/>
          <ac:spMkLst>
            <pc:docMk/>
            <pc:sldMk cId="2692336543" sldId="335"/>
            <ac:spMk id="929" creationId="{3C6E01B8-19C1-2BB8-2D8F-5A1A6DFE4E20}"/>
          </ac:spMkLst>
        </pc:spChg>
        <pc:spChg chg="mod">
          <ac:chgData name="Sarvesh Joshi" userId="967974f4937ce335" providerId="LiveId" clId="{82D24E87-E234-4743-91AA-88A7C6A45B24}" dt="2026-06-14T14:30:01.619" v="6810"/>
          <ac:spMkLst>
            <pc:docMk/>
            <pc:sldMk cId="2692336543" sldId="335"/>
            <ac:spMk id="930" creationId="{4230A3D6-A80E-6F57-6354-388AF2BFC027}"/>
          </ac:spMkLst>
        </pc:spChg>
        <pc:spChg chg="mod">
          <ac:chgData name="Sarvesh Joshi" userId="967974f4937ce335" providerId="LiveId" clId="{82D24E87-E234-4743-91AA-88A7C6A45B24}" dt="2026-06-14T14:30:55.639" v="6895"/>
          <ac:spMkLst>
            <pc:docMk/>
            <pc:sldMk cId="2692336543" sldId="335"/>
            <ac:spMk id="932" creationId="{70933AB4-9614-95E7-1E3B-3105F9B79E7B}"/>
          </ac:spMkLst>
        </pc:spChg>
        <pc:spChg chg="mod">
          <ac:chgData name="Sarvesh Joshi" userId="967974f4937ce335" providerId="LiveId" clId="{82D24E87-E234-4743-91AA-88A7C6A45B24}" dt="2026-06-14T14:31:00.057" v="6906" actId="20577"/>
          <ac:spMkLst>
            <pc:docMk/>
            <pc:sldMk cId="2692336543" sldId="335"/>
            <ac:spMk id="934" creationId="{580373B2-6D50-9AC9-C654-FCE74BF16FDB}"/>
          </ac:spMkLst>
        </pc:spChg>
        <pc:spChg chg="mod">
          <ac:chgData name="Sarvesh Joshi" userId="967974f4937ce335" providerId="LiveId" clId="{82D24E87-E234-4743-91AA-88A7C6A45B24}" dt="2026-06-14T14:30:55.639" v="6895"/>
          <ac:spMkLst>
            <pc:docMk/>
            <pc:sldMk cId="2692336543" sldId="335"/>
            <ac:spMk id="935" creationId="{EB981D94-5A19-2A77-2D91-B625AD3D7740}"/>
          </ac:spMkLst>
        </pc:spChg>
        <pc:spChg chg="mod">
          <ac:chgData name="Sarvesh Joshi" userId="967974f4937ce335" providerId="LiveId" clId="{82D24E87-E234-4743-91AA-88A7C6A45B24}" dt="2026-06-14T14:31:08.558" v="6908"/>
          <ac:spMkLst>
            <pc:docMk/>
            <pc:sldMk cId="2692336543" sldId="335"/>
            <ac:spMk id="937" creationId="{5EB16C90-9828-6F97-2FD2-661ADA7CE6A4}"/>
          </ac:spMkLst>
        </pc:spChg>
        <pc:spChg chg="mod">
          <ac:chgData name="Sarvesh Joshi" userId="967974f4937ce335" providerId="LiveId" clId="{82D24E87-E234-4743-91AA-88A7C6A45B24}" dt="2026-06-14T14:31:19.688" v="6917" actId="20577"/>
          <ac:spMkLst>
            <pc:docMk/>
            <pc:sldMk cId="2692336543" sldId="335"/>
            <ac:spMk id="939" creationId="{A295B620-A8A4-8EBA-CB7A-13B796FC3378}"/>
          </ac:spMkLst>
        </pc:spChg>
        <pc:spChg chg="mod">
          <ac:chgData name="Sarvesh Joshi" userId="967974f4937ce335" providerId="LiveId" clId="{82D24E87-E234-4743-91AA-88A7C6A45B24}" dt="2026-06-14T14:31:08.558" v="6908"/>
          <ac:spMkLst>
            <pc:docMk/>
            <pc:sldMk cId="2692336543" sldId="335"/>
            <ac:spMk id="940" creationId="{5DDF7750-9CBB-2F1B-04CF-46C3D263B1A2}"/>
          </ac:spMkLst>
        </pc:spChg>
        <pc:spChg chg="mod">
          <ac:chgData name="Sarvesh Joshi" userId="967974f4937ce335" providerId="LiveId" clId="{82D24E87-E234-4743-91AA-88A7C6A45B24}" dt="2026-06-14T14:31:21.869" v="6918"/>
          <ac:spMkLst>
            <pc:docMk/>
            <pc:sldMk cId="2692336543" sldId="335"/>
            <ac:spMk id="942" creationId="{76830319-E6C2-55B6-EE42-F1B2F7C8E8CA}"/>
          </ac:spMkLst>
        </pc:spChg>
        <pc:spChg chg="mod">
          <ac:chgData name="Sarvesh Joshi" userId="967974f4937ce335" providerId="LiveId" clId="{82D24E87-E234-4743-91AA-88A7C6A45B24}" dt="2026-06-14T14:31:21.869" v="6918"/>
          <ac:spMkLst>
            <pc:docMk/>
            <pc:sldMk cId="2692336543" sldId="335"/>
            <ac:spMk id="944" creationId="{15AF9264-0ABC-92A0-7530-5B05A1925F9D}"/>
          </ac:spMkLst>
        </pc:spChg>
        <pc:spChg chg="mod">
          <ac:chgData name="Sarvesh Joshi" userId="967974f4937ce335" providerId="LiveId" clId="{82D24E87-E234-4743-91AA-88A7C6A45B24}" dt="2026-06-14T14:31:21.869" v="6918"/>
          <ac:spMkLst>
            <pc:docMk/>
            <pc:sldMk cId="2692336543" sldId="335"/>
            <ac:spMk id="945" creationId="{BF515D43-58D2-BF5A-33C2-2BA3B64BC742}"/>
          </ac:spMkLst>
        </pc:spChg>
        <pc:spChg chg="mod">
          <ac:chgData name="Sarvesh Joshi" userId="967974f4937ce335" providerId="LiveId" clId="{82D24E87-E234-4743-91AA-88A7C6A45B24}" dt="2026-06-14T14:31:44.177" v="6920"/>
          <ac:spMkLst>
            <pc:docMk/>
            <pc:sldMk cId="2692336543" sldId="335"/>
            <ac:spMk id="947" creationId="{2B73AEAB-4486-BA3B-4090-08BEE750558C}"/>
          </ac:spMkLst>
        </pc:spChg>
        <pc:spChg chg="mod">
          <ac:chgData name="Sarvesh Joshi" userId="967974f4937ce335" providerId="LiveId" clId="{82D24E87-E234-4743-91AA-88A7C6A45B24}" dt="2026-06-14T14:31:47.364" v="6930" actId="20577"/>
          <ac:spMkLst>
            <pc:docMk/>
            <pc:sldMk cId="2692336543" sldId="335"/>
            <ac:spMk id="949" creationId="{7D95F341-807D-BF32-12FE-3B88F1976116}"/>
          </ac:spMkLst>
        </pc:spChg>
        <pc:spChg chg="mod">
          <ac:chgData name="Sarvesh Joshi" userId="967974f4937ce335" providerId="LiveId" clId="{82D24E87-E234-4743-91AA-88A7C6A45B24}" dt="2026-06-14T14:31:44.177" v="6920"/>
          <ac:spMkLst>
            <pc:docMk/>
            <pc:sldMk cId="2692336543" sldId="335"/>
            <ac:spMk id="950" creationId="{FD660A3D-F25E-6964-AC39-F29C42A7DC8D}"/>
          </ac:spMkLst>
        </pc:spChg>
        <pc:spChg chg="mod">
          <ac:chgData name="Sarvesh Joshi" userId="967974f4937ce335" providerId="LiveId" clId="{82D24E87-E234-4743-91AA-88A7C6A45B24}" dt="2026-06-14T14:31:53.481" v="6933"/>
          <ac:spMkLst>
            <pc:docMk/>
            <pc:sldMk cId="2692336543" sldId="335"/>
            <ac:spMk id="952" creationId="{07DF7E8A-200F-0F10-1753-43C3B3F55073}"/>
          </ac:spMkLst>
        </pc:spChg>
        <pc:spChg chg="mod">
          <ac:chgData name="Sarvesh Joshi" userId="967974f4937ce335" providerId="LiveId" clId="{82D24E87-E234-4743-91AA-88A7C6A45B24}" dt="2026-06-14T14:34:17.501" v="6957" actId="20577"/>
          <ac:spMkLst>
            <pc:docMk/>
            <pc:sldMk cId="2692336543" sldId="335"/>
            <ac:spMk id="954" creationId="{C8377F5D-94FF-B9D0-7905-24D0379875AA}"/>
          </ac:spMkLst>
        </pc:spChg>
        <pc:spChg chg="mod">
          <ac:chgData name="Sarvesh Joshi" userId="967974f4937ce335" providerId="LiveId" clId="{82D24E87-E234-4743-91AA-88A7C6A45B24}" dt="2026-06-14T14:31:53.481" v="6933"/>
          <ac:spMkLst>
            <pc:docMk/>
            <pc:sldMk cId="2692336543" sldId="335"/>
            <ac:spMk id="955" creationId="{1A48B313-1AEA-AA52-8A21-82346CCE45A6}"/>
          </ac:spMkLst>
        </pc:spChg>
        <pc:spChg chg="add mod">
          <ac:chgData name="Sarvesh Joshi" userId="967974f4937ce335" providerId="LiveId" clId="{82D24E87-E234-4743-91AA-88A7C6A45B24}" dt="2026-06-14T17:14:44.530" v="8544" actId="164"/>
          <ac:spMkLst>
            <pc:docMk/>
            <pc:sldMk cId="2692336543" sldId="335"/>
            <ac:spMk id="960" creationId="{CFA0039E-F388-C371-37B0-99A5591DA8C4}"/>
          </ac:spMkLst>
        </pc:spChg>
        <pc:spChg chg="add mod">
          <ac:chgData name="Sarvesh Joshi" userId="967974f4937ce335" providerId="LiveId" clId="{82D24E87-E234-4743-91AA-88A7C6A45B24}" dt="2026-06-14T17:13:27.798" v="8534" actId="164"/>
          <ac:spMkLst>
            <pc:docMk/>
            <pc:sldMk cId="2692336543" sldId="335"/>
            <ac:spMk id="962" creationId="{92AA44EA-5D4B-65F0-45F7-C01D545088DD}"/>
          </ac:spMkLst>
        </pc:spChg>
        <pc:spChg chg="add del mod">
          <ac:chgData name="Sarvesh Joshi" userId="967974f4937ce335" providerId="LiveId" clId="{82D24E87-E234-4743-91AA-88A7C6A45B24}" dt="2026-06-14T16:20:40.090" v="8244" actId="478"/>
          <ac:spMkLst>
            <pc:docMk/>
            <pc:sldMk cId="2692336543" sldId="335"/>
            <ac:spMk id="964" creationId="{2B457D05-6D26-F47D-3107-8C4CB8F57677}"/>
          </ac:spMkLst>
        </pc:spChg>
        <pc:spChg chg="add mod">
          <ac:chgData name="Sarvesh Joshi" userId="967974f4937ce335" providerId="LiveId" clId="{82D24E87-E234-4743-91AA-88A7C6A45B24}" dt="2026-06-14T16:20:37.188" v="8242" actId="1076"/>
          <ac:spMkLst>
            <pc:docMk/>
            <pc:sldMk cId="2692336543" sldId="335"/>
            <ac:spMk id="965" creationId="{AD6108FF-F9F2-D6CD-5D78-EB2811B01AD9}"/>
          </ac:spMkLst>
        </pc:spChg>
        <pc:spChg chg="mod">
          <ac:chgData name="Sarvesh Joshi" userId="967974f4937ce335" providerId="LiveId" clId="{82D24E87-E234-4743-91AA-88A7C6A45B24}" dt="2026-06-14T16:10:27.416" v="8109" actId="692"/>
          <ac:spMkLst>
            <pc:docMk/>
            <pc:sldMk cId="2692336543" sldId="335"/>
            <ac:spMk id="967" creationId="{FC987B6A-39B0-FBED-7931-2DE0D5474C38}"/>
          </ac:spMkLst>
        </pc:spChg>
        <pc:spChg chg="mod">
          <ac:chgData name="Sarvesh Joshi" userId="967974f4937ce335" providerId="LiveId" clId="{82D24E87-E234-4743-91AA-88A7C6A45B24}" dt="2026-06-15T13:28:59.289" v="11694" actId="1076"/>
          <ac:spMkLst>
            <pc:docMk/>
            <pc:sldMk cId="2692336543" sldId="335"/>
            <ac:spMk id="969" creationId="{3D4A0AE4-E064-43D4-E5A0-EC900FD9B903}"/>
          </ac:spMkLst>
        </pc:spChg>
        <pc:spChg chg="mod">
          <ac:chgData name="Sarvesh Joshi" userId="967974f4937ce335" providerId="LiveId" clId="{82D24E87-E234-4743-91AA-88A7C6A45B24}" dt="2026-06-14T16:11:48.851" v="8120" actId="207"/>
          <ac:spMkLst>
            <pc:docMk/>
            <pc:sldMk cId="2692336543" sldId="335"/>
            <ac:spMk id="970" creationId="{74409EAB-CB27-1E3A-3443-76727010078A}"/>
          </ac:spMkLst>
        </pc:spChg>
        <pc:spChg chg="mod">
          <ac:chgData name="Sarvesh Joshi" userId="967974f4937ce335" providerId="LiveId" clId="{82D24E87-E234-4743-91AA-88A7C6A45B24}" dt="2026-06-14T14:39:38.223" v="7036"/>
          <ac:spMkLst>
            <pc:docMk/>
            <pc:sldMk cId="2692336543" sldId="335"/>
            <ac:spMk id="972" creationId="{74F74D22-5045-7E07-685A-7315DC832469}"/>
          </ac:spMkLst>
        </pc:spChg>
        <pc:spChg chg="mod">
          <ac:chgData name="Sarvesh Joshi" userId="967974f4937ce335" providerId="LiveId" clId="{82D24E87-E234-4743-91AA-88A7C6A45B24}" dt="2026-06-14T14:39:42.964" v="7045" actId="1076"/>
          <ac:spMkLst>
            <pc:docMk/>
            <pc:sldMk cId="2692336543" sldId="335"/>
            <ac:spMk id="974" creationId="{E2766844-EE0D-A8DB-36F7-69D305774AE2}"/>
          </ac:spMkLst>
        </pc:spChg>
        <pc:spChg chg="mod">
          <ac:chgData name="Sarvesh Joshi" userId="967974f4937ce335" providerId="LiveId" clId="{82D24E87-E234-4743-91AA-88A7C6A45B24}" dt="2026-06-14T14:39:38.223" v="7036"/>
          <ac:spMkLst>
            <pc:docMk/>
            <pc:sldMk cId="2692336543" sldId="335"/>
            <ac:spMk id="975" creationId="{9C341DD2-E4DF-2466-3145-790561E8CDED}"/>
          </ac:spMkLst>
        </pc:spChg>
        <pc:spChg chg="mod">
          <ac:chgData name="Sarvesh Joshi" userId="967974f4937ce335" providerId="LiveId" clId="{82D24E87-E234-4743-91AA-88A7C6A45B24}" dt="2026-06-14T16:06:43.725" v="8039" actId="1076"/>
          <ac:spMkLst>
            <pc:docMk/>
            <pc:sldMk cId="2692336543" sldId="335"/>
            <ac:spMk id="977" creationId="{9B32D2FB-1CB5-5EF8-BB68-BF7B12CEF3AA}"/>
          </ac:spMkLst>
        </pc:spChg>
        <pc:spChg chg="mod">
          <ac:chgData name="Sarvesh Joshi" userId="967974f4937ce335" providerId="LiveId" clId="{82D24E87-E234-4743-91AA-88A7C6A45B24}" dt="2026-06-14T14:40:21.879" v="7063" actId="20577"/>
          <ac:spMkLst>
            <pc:docMk/>
            <pc:sldMk cId="2692336543" sldId="335"/>
            <ac:spMk id="979" creationId="{7390CF1D-35F1-1B5C-663F-B57522C7E4FE}"/>
          </ac:spMkLst>
        </pc:spChg>
        <pc:spChg chg="mod">
          <ac:chgData name="Sarvesh Joshi" userId="967974f4937ce335" providerId="LiveId" clId="{82D24E87-E234-4743-91AA-88A7C6A45B24}" dt="2026-06-14T14:40:16.062" v="7050"/>
          <ac:spMkLst>
            <pc:docMk/>
            <pc:sldMk cId="2692336543" sldId="335"/>
            <ac:spMk id="980" creationId="{5B6F0991-4758-1319-365C-1E1DACB1FE3A}"/>
          </ac:spMkLst>
        </pc:spChg>
        <pc:spChg chg="mod">
          <ac:chgData name="Sarvesh Joshi" userId="967974f4937ce335" providerId="LiveId" clId="{82D24E87-E234-4743-91AA-88A7C6A45B24}" dt="2026-06-14T14:40:31.757" v="7066"/>
          <ac:spMkLst>
            <pc:docMk/>
            <pc:sldMk cId="2692336543" sldId="335"/>
            <ac:spMk id="982" creationId="{F6EF2E27-E058-C88E-7086-DB840F251092}"/>
          </ac:spMkLst>
        </pc:spChg>
        <pc:spChg chg="mod">
          <ac:chgData name="Sarvesh Joshi" userId="967974f4937ce335" providerId="LiveId" clId="{82D24E87-E234-4743-91AA-88A7C6A45B24}" dt="2026-06-14T14:40:38.498" v="7072" actId="1076"/>
          <ac:spMkLst>
            <pc:docMk/>
            <pc:sldMk cId="2692336543" sldId="335"/>
            <ac:spMk id="984" creationId="{B35E1CDC-ABBC-CAB8-354B-8A0847AC6B42}"/>
          </ac:spMkLst>
        </pc:spChg>
        <pc:spChg chg="mod">
          <ac:chgData name="Sarvesh Joshi" userId="967974f4937ce335" providerId="LiveId" clId="{82D24E87-E234-4743-91AA-88A7C6A45B24}" dt="2026-06-14T14:40:31.757" v="7066"/>
          <ac:spMkLst>
            <pc:docMk/>
            <pc:sldMk cId="2692336543" sldId="335"/>
            <ac:spMk id="985" creationId="{DB83B333-CC40-84F2-9A49-05960419BDF4}"/>
          </ac:spMkLst>
        </pc:spChg>
        <pc:spChg chg="mod">
          <ac:chgData name="Sarvesh Joshi" userId="967974f4937ce335" providerId="LiveId" clId="{82D24E87-E234-4743-91AA-88A7C6A45B24}" dt="2026-06-14T14:40:44.550" v="7074"/>
          <ac:spMkLst>
            <pc:docMk/>
            <pc:sldMk cId="2692336543" sldId="335"/>
            <ac:spMk id="987" creationId="{E34DE367-998F-56AA-4887-1BEF8616C91D}"/>
          </ac:spMkLst>
        </pc:spChg>
        <pc:spChg chg="mod">
          <ac:chgData name="Sarvesh Joshi" userId="967974f4937ce335" providerId="LiveId" clId="{82D24E87-E234-4743-91AA-88A7C6A45B24}" dt="2026-06-14T14:40:50.220" v="7081" actId="6549"/>
          <ac:spMkLst>
            <pc:docMk/>
            <pc:sldMk cId="2692336543" sldId="335"/>
            <ac:spMk id="989" creationId="{524DE5F9-9A65-72DC-4D98-A61546DE8895}"/>
          </ac:spMkLst>
        </pc:spChg>
        <pc:spChg chg="mod">
          <ac:chgData name="Sarvesh Joshi" userId="967974f4937ce335" providerId="LiveId" clId="{82D24E87-E234-4743-91AA-88A7C6A45B24}" dt="2026-06-14T14:40:44.550" v="7074"/>
          <ac:spMkLst>
            <pc:docMk/>
            <pc:sldMk cId="2692336543" sldId="335"/>
            <ac:spMk id="990" creationId="{01D5DBC2-D48D-8643-E286-8E4FF2432714}"/>
          </ac:spMkLst>
        </pc:spChg>
        <pc:spChg chg="add del mod">
          <ac:chgData name="Sarvesh Joshi" userId="967974f4937ce335" providerId="LiveId" clId="{82D24E87-E234-4743-91AA-88A7C6A45B24}" dt="2026-06-14T16:21:12.400" v="8253" actId="478"/>
          <ac:spMkLst>
            <pc:docMk/>
            <pc:sldMk cId="2692336543" sldId="335"/>
            <ac:spMk id="994" creationId="{73AADF18-BAAC-4BA2-D272-3683DC49E791}"/>
          </ac:spMkLst>
        </pc:spChg>
        <pc:spChg chg="add mod">
          <ac:chgData name="Sarvesh Joshi" userId="967974f4937ce335" providerId="LiveId" clId="{82D24E87-E234-4743-91AA-88A7C6A45B24}" dt="2026-06-14T17:13:27.798" v="8534" actId="164"/>
          <ac:spMkLst>
            <pc:docMk/>
            <pc:sldMk cId="2692336543" sldId="335"/>
            <ac:spMk id="996" creationId="{7F66FF14-CBC7-8ECE-596D-4D86ACB7A35E}"/>
          </ac:spMkLst>
        </pc:spChg>
        <pc:spChg chg="mod">
          <ac:chgData name="Sarvesh Joshi" userId="967974f4937ce335" providerId="LiveId" clId="{82D24E87-E234-4743-91AA-88A7C6A45B24}" dt="2026-06-14T16:25:59.085" v="8319" actId="692"/>
          <ac:spMkLst>
            <pc:docMk/>
            <pc:sldMk cId="2692336543" sldId="335"/>
            <ac:spMk id="998" creationId="{250B9FE4-50BE-B7E0-D772-6E857B4C4D21}"/>
          </ac:spMkLst>
        </pc:spChg>
        <pc:spChg chg="mod">
          <ac:chgData name="Sarvesh Joshi" userId="967974f4937ce335" providerId="LiveId" clId="{82D24E87-E234-4743-91AA-88A7C6A45B24}" dt="2026-06-14T16:25:41.824" v="8317" actId="207"/>
          <ac:spMkLst>
            <pc:docMk/>
            <pc:sldMk cId="2692336543" sldId="335"/>
            <ac:spMk id="1000" creationId="{46F01F27-8293-D9D5-947F-AE0EAC79D441}"/>
          </ac:spMkLst>
        </pc:spChg>
        <pc:spChg chg="del">
          <ac:chgData name="Sarvesh Joshi" userId="967974f4937ce335" providerId="LiveId" clId="{82D24E87-E234-4743-91AA-88A7C6A45B24}" dt="2026-06-14T11:35:05.705" v="6204" actId="478"/>
          <ac:spMkLst>
            <pc:docMk/>
            <pc:sldMk cId="2692336543" sldId="335"/>
            <ac:spMk id="1001" creationId="{B403FA1A-826F-D3C7-7576-4FE41A510BF6}"/>
          </ac:spMkLst>
        </pc:spChg>
        <pc:spChg chg="mod">
          <ac:chgData name="Sarvesh Joshi" userId="967974f4937ce335" providerId="LiveId" clId="{82D24E87-E234-4743-91AA-88A7C6A45B24}" dt="2026-06-14T16:25:49.563" v="8318" actId="207"/>
          <ac:spMkLst>
            <pc:docMk/>
            <pc:sldMk cId="2692336543" sldId="335"/>
            <ac:spMk id="1002" creationId="{3A9DBC5E-4558-9078-FF42-21F10BE7B422}"/>
          </ac:spMkLst>
        </pc:spChg>
        <pc:spChg chg="del">
          <ac:chgData name="Sarvesh Joshi" userId="967974f4937ce335" providerId="LiveId" clId="{82D24E87-E234-4743-91AA-88A7C6A45B24}" dt="2026-06-14T11:35:03.107" v="6203" actId="478"/>
          <ac:spMkLst>
            <pc:docMk/>
            <pc:sldMk cId="2692336543" sldId="335"/>
            <ac:spMk id="1005" creationId="{6962A0B8-7E6B-590A-59CB-C9816F0128A4}"/>
          </ac:spMkLst>
        </pc:spChg>
        <pc:spChg chg="del">
          <ac:chgData name="Sarvesh Joshi" userId="967974f4937ce335" providerId="LiveId" clId="{82D24E87-E234-4743-91AA-88A7C6A45B24}" dt="2026-06-14T11:35:03.107" v="6203" actId="478"/>
          <ac:spMkLst>
            <pc:docMk/>
            <pc:sldMk cId="2692336543" sldId="335"/>
            <ac:spMk id="1006" creationId="{1DAA368F-B507-9C1F-5129-B68675E44052}"/>
          </ac:spMkLst>
        </pc:spChg>
        <pc:spChg chg="mod">
          <ac:chgData name="Sarvesh Joshi" userId="967974f4937ce335" providerId="LiveId" clId="{82D24E87-E234-4743-91AA-88A7C6A45B24}" dt="2026-06-14T14:42:19.218" v="7125"/>
          <ac:spMkLst>
            <pc:docMk/>
            <pc:sldMk cId="2692336543" sldId="335"/>
            <ac:spMk id="1007" creationId="{CC8EBEDE-7BA8-DA95-2388-68EDDA66BCC3}"/>
          </ac:spMkLst>
        </pc:spChg>
        <pc:spChg chg="mod">
          <ac:chgData name="Sarvesh Joshi" userId="967974f4937ce335" providerId="LiveId" clId="{82D24E87-E234-4743-91AA-88A7C6A45B24}" dt="2026-06-14T14:42:27.048" v="7140" actId="20577"/>
          <ac:spMkLst>
            <pc:docMk/>
            <pc:sldMk cId="2692336543" sldId="335"/>
            <ac:spMk id="1009" creationId="{5D306CAE-8ED9-64CC-1742-C134F5A8CF66}"/>
          </ac:spMkLst>
        </pc:spChg>
        <pc:spChg chg="mod">
          <ac:chgData name="Sarvesh Joshi" userId="967974f4937ce335" providerId="LiveId" clId="{82D24E87-E234-4743-91AA-88A7C6A45B24}" dt="2026-06-14T14:42:19.218" v="7125"/>
          <ac:spMkLst>
            <pc:docMk/>
            <pc:sldMk cId="2692336543" sldId="335"/>
            <ac:spMk id="1010" creationId="{B35BBCD8-F8DD-FB31-4F55-B97958F41EE1}"/>
          </ac:spMkLst>
        </pc:spChg>
        <pc:spChg chg="add mod">
          <ac:chgData name="Sarvesh Joshi" userId="967974f4937ce335" providerId="LiveId" clId="{82D24E87-E234-4743-91AA-88A7C6A45B24}" dt="2026-06-14T16:29:55.172" v="8447" actId="1076"/>
          <ac:spMkLst>
            <pc:docMk/>
            <pc:sldMk cId="2692336543" sldId="335"/>
            <ac:spMk id="1016" creationId="{B5D3712E-FDDD-76C1-43D5-1DB738317333}"/>
          </ac:spMkLst>
        </pc:spChg>
        <pc:grpChg chg="add mod">
          <ac:chgData name="Sarvesh Joshi" userId="967974f4937ce335" providerId="LiveId" clId="{82D24E87-E234-4743-91AA-88A7C6A45B24}" dt="2026-06-15T12:49:40.611" v="11127" actId="164"/>
          <ac:grpSpMkLst>
            <pc:docMk/>
            <pc:sldMk cId="2692336543" sldId="335"/>
            <ac:grpSpMk id="2" creationId="{A56C3A79-ECFF-9D55-CE30-26F6B4A4D0ED}"/>
          </ac:grpSpMkLst>
        </pc:grpChg>
        <pc:grpChg chg="add mod">
          <ac:chgData name="Sarvesh Joshi" userId="967974f4937ce335" providerId="LiveId" clId="{82D24E87-E234-4743-91AA-88A7C6A45B24}" dt="2026-06-14T17:15:27.570" v="8547" actId="164"/>
          <ac:grpSpMkLst>
            <pc:docMk/>
            <pc:sldMk cId="2692336543" sldId="335"/>
            <ac:grpSpMk id="212" creationId="{D9680399-DAFC-3DC8-3006-01E53F1F1FFC}"/>
          </ac:grpSpMkLst>
        </pc:grpChg>
        <pc:grpChg chg="add mod">
          <ac:chgData name="Sarvesh Joshi" userId="967974f4937ce335" providerId="LiveId" clId="{82D24E87-E234-4743-91AA-88A7C6A45B24}" dt="2026-06-14T16:20:10.788" v="8235" actId="164"/>
          <ac:grpSpMkLst>
            <pc:docMk/>
            <pc:sldMk cId="2692336543" sldId="335"/>
            <ac:grpSpMk id="213" creationId="{175F5F2C-04F6-080B-2EE6-2D4335C7E2E0}"/>
          </ac:grpSpMkLst>
        </pc:grpChg>
        <pc:grpChg chg="mod">
          <ac:chgData name="Sarvesh Joshi" userId="967974f4937ce335" providerId="LiveId" clId="{82D24E87-E234-4743-91AA-88A7C6A45B24}" dt="2026-06-14T16:11:55.961" v="8121"/>
          <ac:grpSpMkLst>
            <pc:docMk/>
            <pc:sldMk cId="2692336543" sldId="335"/>
            <ac:grpSpMk id="215" creationId="{AF86B5CA-966B-8F09-92C4-C17594AF9948}"/>
          </ac:grpSpMkLst>
        </pc:grpChg>
        <pc:grpChg chg="add mod">
          <ac:chgData name="Sarvesh Joshi" userId="967974f4937ce335" providerId="LiveId" clId="{82D24E87-E234-4743-91AA-88A7C6A45B24}" dt="2026-06-14T16:20:10.788" v="8235" actId="164"/>
          <ac:grpSpMkLst>
            <pc:docMk/>
            <pc:sldMk cId="2692336543" sldId="335"/>
            <ac:grpSpMk id="218" creationId="{61AA5BCD-E493-A742-3192-56162EB92D73}"/>
          </ac:grpSpMkLst>
        </pc:grpChg>
        <pc:grpChg chg="mod">
          <ac:chgData name="Sarvesh Joshi" userId="967974f4937ce335" providerId="LiveId" clId="{82D24E87-E234-4743-91AA-88A7C6A45B24}" dt="2026-06-14T16:12:08.966" v="8135"/>
          <ac:grpSpMkLst>
            <pc:docMk/>
            <pc:sldMk cId="2692336543" sldId="335"/>
            <ac:grpSpMk id="221" creationId="{E85244E7-E387-3519-FD06-D364F4F8280F}"/>
          </ac:grpSpMkLst>
        </pc:grpChg>
        <pc:grpChg chg="add mod">
          <ac:chgData name="Sarvesh Joshi" userId="967974f4937ce335" providerId="LiveId" clId="{82D24E87-E234-4743-91AA-88A7C6A45B24}" dt="2026-06-14T16:23:30.786" v="8275" actId="1076"/>
          <ac:grpSpMkLst>
            <pc:docMk/>
            <pc:sldMk cId="2692336543" sldId="335"/>
            <ac:grpSpMk id="225" creationId="{30E0E027-D192-75D8-7E38-13E98B7EA4F8}"/>
          </ac:grpSpMkLst>
        </pc:grpChg>
        <pc:grpChg chg="add mod">
          <ac:chgData name="Sarvesh Joshi" userId="967974f4937ce335" providerId="LiveId" clId="{82D24E87-E234-4743-91AA-88A7C6A45B24}" dt="2026-06-14T16:24:02.369" v="8304" actId="1076"/>
          <ac:grpSpMkLst>
            <pc:docMk/>
            <pc:sldMk cId="2692336543" sldId="335"/>
            <ac:grpSpMk id="232" creationId="{AE4D2E4B-370C-ABF4-98AC-0F574DED1B5C}"/>
          </ac:grpSpMkLst>
        </pc:grpChg>
        <pc:grpChg chg="del">
          <ac:chgData name="Sarvesh Joshi" userId="967974f4937ce335" providerId="LiveId" clId="{82D24E87-E234-4743-91AA-88A7C6A45B24}" dt="2026-06-15T13:29:29.104" v="11699" actId="478"/>
          <ac:grpSpMkLst>
            <pc:docMk/>
            <pc:sldMk cId="2692336543" sldId="335"/>
            <ac:grpSpMk id="238" creationId="{AFA0AAA3-8076-A68E-8932-E3E5DD5E3BCD}"/>
          </ac:grpSpMkLst>
        </pc:grpChg>
        <pc:grpChg chg="del">
          <ac:chgData name="Sarvesh Joshi" userId="967974f4937ce335" providerId="LiveId" clId="{82D24E87-E234-4743-91AA-88A7C6A45B24}" dt="2026-06-15T13:29:25.541" v="11698" actId="478"/>
          <ac:grpSpMkLst>
            <pc:docMk/>
            <pc:sldMk cId="2692336543" sldId="335"/>
            <ac:grpSpMk id="242" creationId="{E1830E5F-0C2B-D250-7E65-28C040D01ABE}"/>
          </ac:grpSpMkLst>
        </pc:grpChg>
        <pc:grpChg chg="del">
          <ac:chgData name="Sarvesh Joshi" userId="967974f4937ce335" providerId="LiveId" clId="{82D24E87-E234-4743-91AA-88A7C6A45B24}" dt="2026-06-15T13:29:18.524" v="11697" actId="478"/>
          <ac:grpSpMkLst>
            <pc:docMk/>
            <pc:sldMk cId="2692336543" sldId="335"/>
            <ac:grpSpMk id="246" creationId="{35774A78-C11C-CEB3-4195-6F21AE51BA94}"/>
          </ac:grpSpMkLst>
        </pc:grpChg>
        <pc:grpChg chg="add mod">
          <ac:chgData name="Sarvesh Joshi" userId="967974f4937ce335" providerId="LiveId" clId="{82D24E87-E234-4743-91AA-88A7C6A45B24}" dt="2026-06-14T16:26:55.336" v="8366" actId="1076"/>
          <ac:grpSpMkLst>
            <pc:docMk/>
            <pc:sldMk cId="2692336543" sldId="335"/>
            <ac:grpSpMk id="255" creationId="{FE7CFB35-1BAA-7F4D-1C3F-63B35C675B36}"/>
          </ac:grpSpMkLst>
        </pc:grpChg>
        <pc:grpChg chg="add mod">
          <ac:chgData name="Sarvesh Joshi" userId="967974f4937ce335" providerId="LiveId" clId="{82D24E87-E234-4743-91AA-88A7C6A45B24}" dt="2026-06-14T16:27:22.804" v="8389" actId="1076"/>
          <ac:grpSpMkLst>
            <pc:docMk/>
            <pc:sldMk cId="2692336543" sldId="335"/>
            <ac:grpSpMk id="384" creationId="{5FA15794-5DFB-AA6E-62E0-363728629035}"/>
          </ac:grpSpMkLst>
        </pc:grpChg>
        <pc:grpChg chg="add mod">
          <ac:chgData name="Sarvesh Joshi" userId="967974f4937ce335" providerId="LiveId" clId="{82D24E87-E234-4743-91AA-88A7C6A45B24}" dt="2026-06-14T16:27:48.464" v="8416" actId="1076"/>
          <ac:grpSpMkLst>
            <pc:docMk/>
            <pc:sldMk cId="2692336543" sldId="335"/>
            <ac:grpSpMk id="387" creationId="{62ABFFE0-5D0C-F0A5-2560-A137429AC2FB}"/>
          </ac:grpSpMkLst>
        </pc:grpChg>
        <pc:grpChg chg="add mod">
          <ac:chgData name="Sarvesh Joshi" userId="967974f4937ce335" providerId="LiveId" clId="{82D24E87-E234-4743-91AA-88A7C6A45B24}" dt="2026-06-14T17:15:27.570" v="8547" actId="164"/>
          <ac:grpSpMkLst>
            <pc:docMk/>
            <pc:sldMk cId="2692336543" sldId="335"/>
            <ac:grpSpMk id="418" creationId="{71DA5220-C416-72CC-9A9A-5647556CB3FD}"/>
          </ac:grpSpMkLst>
        </pc:grpChg>
        <pc:grpChg chg="add mod">
          <ac:chgData name="Sarvesh Joshi" userId="967974f4937ce335" providerId="LiveId" clId="{82D24E87-E234-4743-91AA-88A7C6A45B24}" dt="2026-06-14T17:13:32.150" v="8535" actId="164"/>
          <ac:grpSpMkLst>
            <pc:docMk/>
            <pc:sldMk cId="2692336543" sldId="335"/>
            <ac:grpSpMk id="419" creationId="{0060D71A-6FF0-0293-3F38-57CBA64DF01F}"/>
          </ac:grpSpMkLst>
        </pc:grpChg>
        <pc:grpChg chg="mod">
          <ac:chgData name="Sarvesh Joshi" userId="967974f4937ce335" providerId="LiveId" clId="{82D24E87-E234-4743-91AA-88A7C6A45B24}" dt="2026-06-14T17:13:32.150" v="8535" actId="164"/>
          <ac:grpSpMkLst>
            <pc:docMk/>
            <pc:sldMk cId="2692336543" sldId="335"/>
            <ac:grpSpMk id="420" creationId="{EEB62618-B804-27E0-027B-11395439E84D}"/>
          </ac:grpSpMkLst>
        </pc:grpChg>
        <pc:grpChg chg="add mod">
          <ac:chgData name="Sarvesh Joshi" userId="967974f4937ce335" providerId="LiveId" clId="{82D24E87-E234-4743-91AA-88A7C6A45B24}" dt="2026-06-14T17:14:44.530" v="8544" actId="164"/>
          <ac:grpSpMkLst>
            <pc:docMk/>
            <pc:sldMk cId="2692336543" sldId="335"/>
            <ac:grpSpMk id="421" creationId="{0588AEDB-018F-C29C-41A6-D49B03217FE0}"/>
          </ac:grpSpMkLst>
        </pc:grpChg>
        <pc:grpChg chg="add mod">
          <ac:chgData name="Sarvesh Joshi" userId="967974f4937ce335" providerId="LiveId" clId="{82D24E87-E234-4743-91AA-88A7C6A45B24}" dt="2026-06-14T17:14:00.521" v="8537" actId="164"/>
          <ac:grpSpMkLst>
            <pc:docMk/>
            <pc:sldMk cId="2692336543" sldId="335"/>
            <ac:grpSpMk id="422" creationId="{129EED99-ECAA-3DD7-412B-1D82ADDBA751}"/>
          </ac:grpSpMkLst>
        </pc:grpChg>
        <pc:grpChg chg="add mod">
          <ac:chgData name="Sarvesh Joshi" userId="967974f4937ce335" providerId="LiveId" clId="{82D24E87-E234-4743-91AA-88A7C6A45B24}" dt="2026-06-15T13:29:42.025" v="11701" actId="1076"/>
          <ac:grpSpMkLst>
            <pc:docMk/>
            <pc:sldMk cId="2692336543" sldId="335"/>
            <ac:grpSpMk id="423" creationId="{610A88DD-43D2-4162-D45C-A6A742B331CC}"/>
          </ac:grpSpMkLst>
        </pc:grpChg>
        <pc:grpChg chg="add mod">
          <ac:chgData name="Sarvesh Joshi" userId="967974f4937ce335" providerId="LiveId" clId="{82D24E87-E234-4743-91AA-88A7C6A45B24}" dt="2026-06-15T08:16:51.483" v="8589" actId="14100"/>
          <ac:grpSpMkLst>
            <pc:docMk/>
            <pc:sldMk cId="2692336543" sldId="335"/>
            <ac:grpSpMk id="424" creationId="{B0A6A00D-47AC-1262-EA69-B883BF2E8DB2}"/>
          </ac:grpSpMkLst>
        </pc:grpChg>
        <pc:grpChg chg="add del mod">
          <ac:chgData name="Sarvesh Joshi" userId="967974f4937ce335" providerId="LiveId" clId="{82D24E87-E234-4743-91AA-88A7C6A45B24}" dt="2026-06-14T14:50:44.813" v="7285" actId="478"/>
          <ac:grpSpMkLst>
            <pc:docMk/>
            <pc:sldMk cId="2692336543" sldId="335"/>
            <ac:grpSpMk id="581" creationId="{F0D79161-2647-55EA-212B-68473C685BEC}"/>
          </ac:grpSpMkLst>
        </pc:grpChg>
        <pc:grpChg chg="mod">
          <ac:chgData name="Sarvesh Joshi" userId="967974f4937ce335" providerId="LiveId" clId="{82D24E87-E234-4743-91AA-88A7C6A45B24}" dt="2026-06-14T14:49:53.227" v="7220"/>
          <ac:grpSpMkLst>
            <pc:docMk/>
            <pc:sldMk cId="2692336543" sldId="335"/>
            <ac:grpSpMk id="583" creationId="{61BC6660-E9B5-C34E-32B2-3B737373498E}"/>
          </ac:grpSpMkLst>
        </pc:grpChg>
        <pc:grpChg chg="add del mod">
          <ac:chgData name="Sarvesh Joshi" userId="967974f4937ce335" providerId="LiveId" clId="{82D24E87-E234-4743-91AA-88A7C6A45B24}" dt="2026-06-14T14:51:20.071" v="7344" actId="478"/>
          <ac:grpSpMkLst>
            <pc:docMk/>
            <pc:sldMk cId="2692336543" sldId="335"/>
            <ac:grpSpMk id="586" creationId="{83A046EB-3E1E-B847-A129-EE668A99E274}"/>
          </ac:grpSpMkLst>
        </pc:grpChg>
        <pc:grpChg chg="mod">
          <ac:chgData name="Sarvesh Joshi" userId="967974f4937ce335" providerId="LiveId" clId="{82D24E87-E234-4743-91AA-88A7C6A45B24}" dt="2026-06-14T14:50:06.684" v="7251"/>
          <ac:grpSpMkLst>
            <pc:docMk/>
            <pc:sldMk cId="2692336543" sldId="335"/>
            <ac:grpSpMk id="588" creationId="{C64295AD-9669-0BA1-B1BA-CEAC8D4D1B75}"/>
          </ac:grpSpMkLst>
        </pc:grpChg>
        <pc:grpChg chg="add del mod">
          <ac:chgData name="Sarvesh Joshi" userId="967974f4937ce335" providerId="LiveId" clId="{82D24E87-E234-4743-91AA-88A7C6A45B24}" dt="2026-06-14T16:26:28.735" v="8357" actId="478"/>
          <ac:grpSpMkLst>
            <pc:docMk/>
            <pc:sldMk cId="2692336543" sldId="335"/>
            <ac:grpSpMk id="591" creationId="{38584978-B923-1DA0-B670-9344CE595A67}"/>
          </ac:grpSpMkLst>
        </pc:grpChg>
        <pc:grpChg chg="del mod">
          <ac:chgData name="Sarvesh Joshi" userId="967974f4937ce335" providerId="LiveId" clId="{82D24E87-E234-4743-91AA-88A7C6A45B24}" dt="2026-06-14T16:26:31.365" v="8359" actId="478"/>
          <ac:grpSpMkLst>
            <pc:docMk/>
            <pc:sldMk cId="2692336543" sldId="335"/>
            <ac:grpSpMk id="593" creationId="{7FD40EAC-78FE-6E5A-9362-9B3B06EFAF07}"/>
          </ac:grpSpMkLst>
        </pc:grpChg>
        <pc:grpChg chg="add del mod">
          <ac:chgData name="Sarvesh Joshi" userId="967974f4937ce335" providerId="LiveId" clId="{82D24E87-E234-4743-91AA-88A7C6A45B24}" dt="2026-06-14T16:27:11.964" v="8386" actId="478"/>
          <ac:grpSpMkLst>
            <pc:docMk/>
            <pc:sldMk cId="2692336543" sldId="335"/>
            <ac:grpSpMk id="596" creationId="{822FF80C-8CD2-EDD5-8024-B89BE00300F0}"/>
          </ac:grpSpMkLst>
        </pc:grpChg>
        <pc:grpChg chg="del mod">
          <ac:chgData name="Sarvesh Joshi" userId="967974f4937ce335" providerId="LiveId" clId="{82D24E87-E234-4743-91AA-88A7C6A45B24}" dt="2026-06-14T16:27:13.348" v="8387" actId="478"/>
          <ac:grpSpMkLst>
            <pc:docMk/>
            <pc:sldMk cId="2692336543" sldId="335"/>
            <ac:grpSpMk id="598" creationId="{F8B10A04-092A-183E-6653-5863CC29081D}"/>
          </ac:grpSpMkLst>
        </pc:grpChg>
        <pc:grpChg chg="add del mod">
          <ac:chgData name="Sarvesh Joshi" userId="967974f4937ce335" providerId="LiveId" clId="{82D24E87-E234-4743-91AA-88A7C6A45B24}" dt="2026-06-14T16:27:38.014" v="8412" actId="478"/>
          <ac:grpSpMkLst>
            <pc:docMk/>
            <pc:sldMk cId="2692336543" sldId="335"/>
            <ac:grpSpMk id="604" creationId="{5BE20318-6EE9-AC44-B175-A370F3BD2A87}"/>
          </ac:grpSpMkLst>
        </pc:grpChg>
        <pc:grpChg chg="del mod">
          <ac:chgData name="Sarvesh Joshi" userId="967974f4937ce335" providerId="LiveId" clId="{82D24E87-E234-4743-91AA-88A7C6A45B24}" dt="2026-06-14T16:27:40.459" v="8414" actId="478"/>
          <ac:grpSpMkLst>
            <pc:docMk/>
            <pc:sldMk cId="2692336543" sldId="335"/>
            <ac:grpSpMk id="606" creationId="{2A83DEEF-D355-D236-4313-7670B2C3DE8A}"/>
          </ac:grpSpMkLst>
        </pc:grpChg>
        <pc:grpChg chg="add del mod">
          <ac:chgData name="Sarvesh Joshi" userId="967974f4937ce335" providerId="LiveId" clId="{82D24E87-E234-4743-91AA-88A7C6A45B24}" dt="2026-06-14T16:27:42.983" v="8415" actId="478"/>
          <ac:grpSpMkLst>
            <pc:docMk/>
            <pc:sldMk cId="2692336543" sldId="335"/>
            <ac:grpSpMk id="609" creationId="{947FB06D-512E-DC14-3239-3D1F3EFF4F84}"/>
          </ac:grpSpMkLst>
        </pc:grpChg>
        <pc:grpChg chg="add mod">
          <ac:chgData name="Sarvesh Joshi" userId="967974f4937ce335" providerId="LiveId" clId="{82D24E87-E234-4743-91AA-88A7C6A45B24}" dt="2026-06-14T15:58:36.353" v="7914" actId="164"/>
          <ac:grpSpMkLst>
            <pc:docMk/>
            <pc:sldMk cId="2692336543" sldId="335"/>
            <ac:grpSpMk id="637" creationId="{E2576EF4-0E41-5E7E-CEE3-496001D1221D}"/>
          </ac:grpSpMkLst>
        </pc:grpChg>
        <pc:grpChg chg="add mod">
          <ac:chgData name="Sarvesh Joshi" userId="967974f4937ce335" providerId="LiveId" clId="{82D24E87-E234-4743-91AA-88A7C6A45B24}" dt="2026-06-14T15:58:36.353" v="7914" actId="164"/>
          <ac:grpSpMkLst>
            <pc:docMk/>
            <pc:sldMk cId="2692336543" sldId="335"/>
            <ac:grpSpMk id="638" creationId="{D6C510B1-05AC-CE92-BD92-2A61903AA966}"/>
          </ac:grpSpMkLst>
        </pc:grpChg>
        <pc:grpChg chg="add mod">
          <ac:chgData name="Sarvesh Joshi" userId="967974f4937ce335" providerId="LiveId" clId="{82D24E87-E234-4743-91AA-88A7C6A45B24}" dt="2026-06-14T15:58:36.353" v="7914" actId="164"/>
          <ac:grpSpMkLst>
            <pc:docMk/>
            <pc:sldMk cId="2692336543" sldId="335"/>
            <ac:grpSpMk id="639" creationId="{11223B8B-E6CD-7201-0F3E-41E668F0863A}"/>
          </ac:grpSpMkLst>
        </pc:grpChg>
        <pc:grpChg chg="add del mod">
          <ac:chgData name="Sarvesh Joshi" userId="967974f4937ce335" providerId="LiveId" clId="{82D24E87-E234-4743-91AA-88A7C6A45B24}" dt="2026-06-14T14:38:52.420" v="7024" actId="478"/>
          <ac:grpSpMkLst>
            <pc:docMk/>
            <pc:sldMk cId="2692336543" sldId="335"/>
            <ac:grpSpMk id="926" creationId="{556ACDC9-EAA1-2E88-DB7D-61CA0B617F0E}"/>
          </ac:grpSpMkLst>
        </pc:grpChg>
        <pc:grpChg chg="mod">
          <ac:chgData name="Sarvesh Joshi" userId="967974f4937ce335" providerId="LiveId" clId="{82D24E87-E234-4743-91AA-88A7C6A45B24}" dt="2026-06-14T14:30:01.619" v="6810"/>
          <ac:grpSpMkLst>
            <pc:docMk/>
            <pc:sldMk cId="2692336543" sldId="335"/>
            <ac:grpSpMk id="928" creationId="{EC34153C-3390-34AB-AF63-28F9A929AF8E}"/>
          </ac:grpSpMkLst>
        </pc:grpChg>
        <pc:grpChg chg="add del mod">
          <ac:chgData name="Sarvesh Joshi" userId="967974f4937ce335" providerId="LiveId" clId="{82D24E87-E234-4743-91AA-88A7C6A45B24}" dt="2026-06-14T14:31:50.472" v="6931" actId="478"/>
          <ac:grpSpMkLst>
            <pc:docMk/>
            <pc:sldMk cId="2692336543" sldId="335"/>
            <ac:grpSpMk id="931" creationId="{409A380A-20F9-3FD2-52EC-C8730D8CB8D9}"/>
          </ac:grpSpMkLst>
        </pc:grpChg>
        <pc:grpChg chg="mod">
          <ac:chgData name="Sarvesh Joshi" userId="967974f4937ce335" providerId="LiveId" clId="{82D24E87-E234-4743-91AA-88A7C6A45B24}" dt="2026-06-14T14:30:55.639" v="6895"/>
          <ac:grpSpMkLst>
            <pc:docMk/>
            <pc:sldMk cId="2692336543" sldId="335"/>
            <ac:grpSpMk id="933" creationId="{C21E231A-5FEB-C468-963C-014147E926A9}"/>
          </ac:grpSpMkLst>
        </pc:grpChg>
        <pc:grpChg chg="add del mod">
          <ac:chgData name="Sarvesh Joshi" userId="967974f4937ce335" providerId="LiveId" clId="{82D24E87-E234-4743-91AA-88A7C6A45B24}" dt="2026-06-14T14:31:52.517" v="6932" actId="478"/>
          <ac:grpSpMkLst>
            <pc:docMk/>
            <pc:sldMk cId="2692336543" sldId="335"/>
            <ac:grpSpMk id="936" creationId="{06479F94-8CBC-A422-1BDC-CC4C29D777E2}"/>
          </ac:grpSpMkLst>
        </pc:grpChg>
        <pc:grpChg chg="mod">
          <ac:chgData name="Sarvesh Joshi" userId="967974f4937ce335" providerId="LiveId" clId="{82D24E87-E234-4743-91AA-88A7C6A45B24}" dt="2026-06-14T14:31:08.558" v="6908"/>
          <ac:grpSpMkLst>
            <pc:docMk/>
            <pc:sldMk cId="2692336543" sldId="335"/>
            <ac:grpSpMk id="938" creationId="{39A57428-71B3-7DAE-AD8C-2F42E8BDCC4C}"/>
          </ac:grpSpMkLst>
        </pc:grpChg>
        <pc:grpChg chg="add mod">
          <ac:chgData name="Sarvesh Joshi" userId="967974f4937ce335" providerId="LiveId" clId="{82D24E87-E234-4743-91AA-88A7C6A45B24}" dt="2026-06-14T14:31:21.869" v="6918"/>
          <ac:grpSpMkLst>
            <pc:docMk/>
            <pc:sldMk cId="2692336543" sldId="335"/>
            <ac:grpSpMk id="941" creationId="{C2EC0C8B-EB2D-E04A-EA7F-B2C00C6D8E45}"/>
          </ac:grpSpMkLst>
        </pc:grpChg>
        <pc:grpChg chg="mod">
          <ac:chgData name="Sarvesh Joshi" userId="967974f4937ce335" providerId="LiveId" clId="{82D24E87-E234-4743-91AA-88A7C6A45B24}" dt="2026-06-14T14:31:21.869" v="6918"/>
          <ac:grpSpMkLst>
            <pc:docMk/>
            <pc:sldMk cId="2692336543" sldId="335"/>
            <ac:grpSpMk id="943" creationId="{D0D9BA9C-0FDF-29EA-04B2-6587AD2CDA1F}"/>
          </ac:grpSpMkLst>
        </pc:grpChg>
        <pc:grpChg chg="add del mod">
          <ac:chgData name="Sarvesh Joshi" userId="967974f4937ce335" providerId="LiveId" clId="{82D24E87-E234-4743-91AA-88A7C6A45B24}" dt="2026-06-14T16:11:58.292" v="8122" actId="478"/>
          <ac:grpSpMkLst>
            <pc:docMk/>
            <pc:sldMk cId="2692336543" sldId="335"/>
            <ac:grpSpMk id="946" creationId="{8BC95834-C527-7A71-CA37-E7238B77DD33}"/>
          </ac:grpSpMkLst>
        </pc:grpChg>
        <pc:grpChg chg="mod">
          <ac:chgData name="Sarvesh Joshi" userId="967974f4937ce335" providerId="LiveId" clId="{82D24E87-E234-4743-91AA-88A7C6A45B24}" dt="2026-06-14T14:31:44.177" v="6920"/>
          <ac:grpSpMkLst>
            <pc:docMk/>
            <pc:sldMk cId="2692336543" sldId="335"/>
            <ac:grpSpMk id="948" creationId="{D52110BC-8F7F-267C-241A-6EE7FCE7158C}"/>
          </ac:grpSpMkLst>
        </pc:grpChg>
        <pc:grpChg chg="add del mod">
          <ac:chgData name="Sarvesh Joshi" userId="967974f4937ce335" providerId="LiveId" clId="{82D24E87-E234-4743-91AA-88A7C6A45B24}" dt="2026-06-14T14:39:36.376" v="7035" actId="478"/>
          <ac:grpSpMkLst>
            <pc:docMk/>
            <pc:sldMk cId="2692336543" sldId="335"/>
            <ac:grpSpMk id="951" creationId="{2DE52D88-6018-69C5-B52D-21AC42E0B303}"/>
          </ac:grpSpMkLst>
        </pc:grpChg>
        <pc:grpChg chg="mod">
          <ac:chgData name="Sarvesh Joshi" userId="967974f4937ce335" providerId="LiveId" clId="{82D24E87-E234-4743-91AA-88A7C6A45B24}" dt="2026-06-14T14:31:53.481" v="6933"/>
          <ac:grpSpMkLst>
            <pc:docMk/>
            <pc:sldMk cId="2692336543" sldId="335"/>
            <ac:grpSpMk id="953" creationId="{9EEB701F-C742-07B3-A673-E60EB76EA5EB}"/>
          </ac:grpSpMkLst>
        </pc:grpChg>
        <pc:grpChg chg="add mod">
          <ac:chgData name="Sarvesh Joshi" userId="967974f4937ce335" providerId="LiveId" clId="{82D24E87-E234-4743-91AA-88A7C6A45B24}" dt="2026-06-14T16:20:10.788" v="8235" actId="164"/>
          <ac:grpSpMkLst>
            <pc:docMk/>
            <pc:sldMk cId="2692336543" sldId="335"/>
            <ac:grpSpMk id="966" creationId="{AB8BC706-8C86-2B0B-6585-4789396B80FB}"/>
          </ac:grpSpMkLst>
        </pc:grpChg>
        <pc:grpChg chg="mod">
          <ac:chgData name="Sarvesh Joshi" userId="967974f4937ce335" providerId="LiveId" clId="{82D24E87-E234-4743-91AA-88A7C6A45B24}" dt="2026-06-14T14:38:47.640" v="7015"/>
          <ac:grpSpMkLst>
            <pc:docMk/>
            <pc:sldMk cId="2692336543" sldId="335"/>
            <ac:grpSpMk id="968" creationId="{908C4EEF-E7E8-9B2C-E0D6-A78A68AD2BD5}"/>
          </ac:grpSpMkLst>
        </pc:grpChg>
        <pc:grpChg chg="add del mod">
          <ac:chgData name="Sarvesh Joshi" userId="967974f4937ce335" providerId="LiveId" clId="{82D24E87-E234-4743-91AA-88A7C6A45B24}" dt="2026-06-14T16:12:08.010" v="8134" actId="478"/>
          <ac:grpSpMkLst>
            <pc:docMk/>
            <pc:sldMk cId="2692336543" sldId="335"/>
            <ac:grpSpMk id="971" creationId="{14E2E805-6685-999E-761B-6C2FFD2F3AF5}"/>
          </ac:grpSpMkLst>
        </pc:grpChg>
        <pc:grpChg chg="mod">
          <ac:chgData name="Sarvesh Joshi" userId="967974f4937ce335" providerId="LiveId" clId="{82D24E87-E234-4743-91AA-88A7C6A45B24}" dt="2026-06-14T14:39:38.223" v="7036"/>
          <ac:grpSpMkLst>
            <pc:docMk/>
            <pc:sldMk cId="2692336543" sldId="335"/>
            <ac:grpSpMk id="973" creationId="{83D79892-BA14-25F3-2761-4A26160133FA}"/>
          </ac:grpSpMkLst>
        </pc:grpChg>
        <pc:grpChg chg="add del mod">
          <ac:chgData name="Sarvesh Joshi" userId="967974f4937ce335" providerId="LiveId" clId="{82D24E87-E234-4743-91AA-88A7C6A45B24}" dt="2026-06-14T16:23:36.414" v="8277" actId="478"/>
          <ac:grpSpMkLst>
            <pc:docMk/>
            <pc:sldMk cId="2692336543" sldId="335"/>
            <ac:grpSpMk id="976" creationId="{A31C5DF5-CB27-C98F-4CFA-E1EA9B44DD7C}"/>
          </ac:grpSpMkLst>
        </pc:grpChg>
        <pc:grpChg chg="mod">
          <ac:chgData name="Sarvesh Joshi" userId="967974f4937ce335" providerId="LiveId" clId="{82D24E87-E234-4743-91AA-88A7C6A45B24}" dt="2026-06-14T14:40:16.062" v="7050"/>
          <ac:grpSpMkLst>
            <pc:docMk/>
            <pc:sldMk cId="2692336543" sldId="335"/>
            <ac:grpSpMk id="978" creationId="{5E0536DA-24AD-E6FE-BA2F-6F053152F4E2}"/>
          </ac:grpSpMkLst>
        </pc:grpChg>
        <pc:grpChg chg="add del mod">
          <ac:chgData name="Sarvesh Joshi" userId="967974f4937ce335" providerId="LiveId" clId="{82D24E87-E234-4743-91AA-88A7C6A45B24}" dt="2026-06-14T16:23:37.460" v="8278" actId="478"/>
          <ac:grpSpMkLst>
            <pc:docMk/>
            <pc:sldMk cId="2692336543" sldId="335"/>
            <ac:grpSpMk id="981" creationId="{B5B24039-F650-0D7C-EDC6-729A77DFECA9}"/>
          </ac:grpSpMkLst>
        </pc:grpChg>
        <pc:grpChg chg="mod">
          <ac:chgData name="Sarvesh Joshi" userId="967974f4937ce335" providerId="LiveId" clId="{82D24E87-E234-4743-91AA-88A7C6A45B24}" dt="2026-06-14T14:40:31.757" v="7066"/>
          <ac:grpSpMkLst>
            <pc:docMk/>
            <pc:sldMk cId="2692336543" sldId="335"/>
            <ac:grpSpMk id="983" creationId="{B96131B3-CAB5-1C56-7D30-BE6B7F423C1D}"/>
          </ac:grpSpMkLst>
        </pc:grpChg>
        <pc:grpChg chg="add del mod">
          <ac:chgData name="Sarvesh Joshi" userId="967974f4937ce335" providerId="LiveId" clId="{82D24E87-E234-4743-91AA-88A7C6A45B24}" dt="2026-06-14T16:23:38.512" v="8279" actId="478"/>
          <ac:grpSpMkLst>
            <pc:docMk/>
            <pc:sldMk cId="2692336543" sldId="335"/>
            <ac:grpSpMk id="986" creationId="{8FF9B1B2-ABE2-B824-BD6C-AFC37F781944}"/>
          </ac:grpSpMkLst>
        </pc:grpChg>
        <pc:grpChg chg="mod">
          <ac:chgData name="Sarvesh Joshi" userId="967974f4937ce335" providerId="LiveId" clId="{82D24E87-E234-4743-91AA-88A7C6A45B24}" dt="2026-06-14T14:40:44.550" v="7074"/>
          <ac:grpSpMkLst>
            <pc:docMk/>
            <pc:sldMk cId="2692336543" sldId="335"/>
            <ac:grpSpMk id="988" creationId="{06A51259-E644-15B1-43A7-FB7B4B6102BD}"/>
          </ac:grpSpMkLst>
        </pc:grpChg>
        <pc:grpChg chg="add mod topLvl">
          <ac:chgData name="Sarvesh Joshi" userId="967974f4937ce335" providerId="LiveId" clId="{82D24E87-E234-4743-91AA-88A7C6A45B24}" dt="2026-06-14T16:27:42.983" v="8415" actId="478"/>
          <ac:grpSpMkLst>
            <pc:docMk/>
            <pc:sldMk cId="2692336543" sldId="335"/>
            <ac:grpSpMk id="997" creationId="{4FE80DAE-021D-8E36-6869-04B705D2DCD4}"/>
          </ac:grpSpMkLst>
        </pc:grpChg>
        <pc:grpChg chg="mod">
          <ac:chgData name="Sarvesh Joshi" userId="967974f4937ce335" providerId="LiveId" clId="{82D24E87-E234-4743-91AA-88A7C6A45B24}" dt="2026-06-14T14:42:03.522" v="7105"/>
          <ac:grpSpMkLst>
            <pc:docMk/>
            <pc:sldMk cId="2692336543" sldId="335"/>
            <ac:grpSpMk id="999" creationId="{57BAB320-9698-CEBD-710E-9E02B30F6639}"/>
          </ac:grpSpMkLst>
        </pc:grpChg>
        <pc:grpChg chg="add del mod">
          <ac:chgData name="Sarvesh Joshi" userId="967974f4937ce335" providerId="LiveId" clId="{82D24E87-E234-4743-91AA-88A7C6A45B24}" dt="2026-06-14T14:50:45.685" v="7286" actId="478"/>
          <ac:grpSpMkLst>
            <pc:docMk/>
            <pc:sldMk cId="2692336543" sldId="335"/>
            <ac:grpSpMk id="1003" creationId="{6F7DE225-1C9B-B47D-4C54-0E5C8460B607}"/>
          </ac:grpSpMkLst>
        </pc:grpChg>
        <pc:grpChg chg="mod">
          <ac:chgData name="Sarvesh Joshi" userId="967974f4937ce335" providerId="LiveId" clId="{82D24E87-E234-4743-91AA-88A7C6A45B24}" dt="2026-06-14T14:42:19.218" v="7125"/>
          <ac:grpSpMkLst>
            <pc:docMk/>
            <pc:sldMk cId="2692336543" sldId="335"/>
            <ac:grpSpMk id="1008" creationId="{1D4D6D7C-E0FB-9EC8-87B6-59A108B0D5FB}"/>
          </ac:grpSpMkLst>
        </pc:grpChg>
        <pc:graphicFrameChg chg="add del modGraphic">
          <ac:chgData name="Sarvesh Joshi" userId="967974f4937ce335" providerId="LiveId" clId="{82D24E87-E234-4743-91AA-88A7C6A45B24}" dt="2026-06-14T14:18:54.477" v="6637" actId="478"/>
          <ac:graphicFrameMkLst>
            <pc:docMk/>
            <pc:sldMk cId="2692336543" sldId="335"/>
            <ac:graphicFrameMk id="898" creationId="{9EC3ED6B-82D2-C594-F3B1-481B80810109}"/>
          </ac:graphicFrameMkLst>
        </pc:graphicFrameChg>
        <pc:picChg chg="add mod">
          <ac:chgData name="Sarvesh Joshi" userId="967974f4937ce335" providerId="LiveId" clId="{82D24E87-E234-4743-91AA-88A7C6A45B24}" dt="2026-06-14T17:14:00.521" v="8537" actId="164"/>
          <ac:picMkLst>
            <pc:docMk/>
            <pc:sldMk cId="2692336543" sldId="335"/>
            <ac:picMk id="198" creationId="{B97D651F-4708-94FE-7536-2B5FE7DC5CEC}"/>
          </ac:picMkLst>
        </pc:picChg>
        <pc:picChg chg="add mod">
          <ac:chgData name="Sarvesh Joshi" userId="967974f4937ce335" providerId="LiveId" clId="{82D24E87-E234-4743-91AA-88A7C6A45B24}" dt="2026-06-15T12:49:40.611" v="11127" actId="164"/>
          <ac:picMkLst>
            <pc:docMk/>
            <pc:sldMk cId="2692336543" sldId="335"/>
            <ac:picMk id="618" creationId="{3A75BAB6-B3B2-FA05-8B23-562A03D9C9CB}"/>
          </ac:picMkLst>
        </pc:picChg>
        <pc:picChg chg="add del mod">
          <ac:chgData name="Sarvesh Joshi" userId="967974f4937ce335" providerId="LiveId" clId="{82D24E87-E234-4743-91AA-88A7C6A45B24}" dt="2026-06-14T14:56:34.752" v="7446" actId="478"/>
          <ac:picMkLst>
            <pc:docMk/>
            <pc:sldMk cId="2692336543" sldId="335"/>
            <ac:picMk id="620" creationId="{59E8D2D5-B5ED-2086-9A67-BC0BBE93A4E1}"/>
          </ac:picMkLst>
        </pc:picChg>
        <pc:picChg chg="add del mod">
          <ac:chgData name="Sarvesh Joshi" userId="967974f4937ce335" providerId="LiveId" clId="{82D24E87-E234-4743-91AA-88A7C6A45B24}" dt="2026-06-14T15:04:49.673" v="7475" actId="478"/>
          <ac:picMkLst>
            <pc:docMk/>
            <pc:sldMk cId="2692336543" sldId="335"/>
            <ac:picMk id="622" creationId="{199EE124-C7D5-1026-473B-C8873D3C5A01}"/>
          </ac:picMkLst>
        </pc:picChg>
        <pc:picChg chg="add del mod">
          <ac:chgData name="Sarvesh Joshi" userId="967974f4937ce335" providerId="LiveId" clId="{82D24E87-E234-4743-91AA-88A7C6A45B24}" dt="2026-06-14T15:04:50.512" v="7476" actId="478"/>
          <ac:picMkLst>
            <pc:docMk/>
            <pc:sldMk cId="2692336543" sldId="335"/>
            <ac:picMk id="624" creationId="{F9EFD1CF-95AF-7F68-5A5B-CCD3A25E6660}"/>
          </ac:picMkLst>
        </pc:picChg>
        <pc:picChg chg="add del mod">
          <ac:chgData name="Sarvesh Joshi" userId="967974f4937ce335" providerId="LiveId" clId="{82D24E87-E234-4743-91AA-88A7C6A45B24}" dt="2026-06-14T15:08:19.216" v="7504" actId="478"/>
          <ac:picMkLst>
            <pc:docMk/>
            <pc:sldMk cId="2692336543" sldId="335"/>
            <ac:picMk id="626" creationId="{C747DB7B-F959-85EC-AACE-BE2B92592BBA}"/>
          </ac:picMkLst>
        </pc:picChg>
        <pc:picChg chg="add del mod">
          <ac:chgData name="Sarvesh Joshi" userId="967974f4937ce335" providerId="LiveId" clId="{82D24E87-E234-4743-91AA-88A7C6A45B24}" dt="2026-06-14T15:05:17.422" v="7484" actId="478"/>
          <ac:picMkLst>
            <pc:docMk/>
            <pc:sldMk cId="2692336543" sldId="335"/>
            <ac:picMk id="628" creationId="{8EB5A7A6-D3C7-A960-B3FA-CF3EE262E7ED}"/>
          </ac:picMkLst>
        </pc:picChg>
        <pc:picChg chg="add del mod">
          <ac:chgData name="Sarvesh Joshi" userId="967974f4937ce335" providerId="LiveId" clId="{82D24E87-E234-4743-91AA-88A7C6A45B24}" dt="2026-06-14T15:06:39.777" v="7503" actId="478"/>
          <ac:picMkLst>
            <pc:docMk/>
            <pc:sldMk cId="2692336543" sldId="335"/>
            <ac:picMk id="630" creationId="{41D2244E-DE80-E833-6591-ABC295417AF1}"/>
          </ac:picMkLst>
        </pc:picChg>
        <pc:cxnChg chg="add del mod">
          <ac:chgData name="Sarvesh Joshi" userId="967974f4937ce335" providerId="LiveId" clId="{82D24E87-E234-4743-91AA-88A7C6A45B24}" dt="2026-06-14T16:29:45.341" v="8445" actId="478"/>
          <ac:cxnSpMkLst>
            <pc:docMk/>
            <pc:sldMk cId="2692336543" sldId="335"/>
            <ac:cxnSpMk id="393" creationId="{C8EEAEFF-B64C-996C-6848-0C3EDF428BD6}"/>
          </ac:cxnSpMkLst>
        </pc:cxnChg>
        <pc:cxnChg chg="add mod">
          <ac:chgData name="Sarvesh Joshi" userId="967974f4937ce335" providerId="LiveId" clId="{82D24E87-E234-4743-91AA-88A7C6A45B24}" dt="2026-06-14T16:28:58.566" v="8428" actId="14100"/>
          <ac:cxnSpMkLst>
            <pc:docMk/>
            <pc:sldMk cId="2692336543" sldId="335"/>
            <ac:cxnSpMk id="394" creationId="{22051620-F4C3-E912-7C80-F57C4E676BE9}"/>
          </ac:cxnSpMkLst>
        </pc:cxnChg>
        <pc:cxnChg chg="add del mod">
          <ac:chgData name="Sarvesh Joshi" userId="967974f4937ce335" providerId="LiveId" clId="{82D24E87-E234-4743-91AA-88A7C6A45B24}" dt="2026-06-14T16:16:08.307" v="8194" actId="478"/>
          <ac:cxnSpMkLst>
            <pc:docMk/>
            <pc:sldMk cId="2692336543" sldId="335"/>
            <ac:cxnSpMk id="579" creationId="{23F4E5A7-3685-B365-D60E-C7C06A4901A1}"/>
          </ac:cxnSpMkLst>
        </pc:cxnChg>
        <pc:cxnChg chg="add mod">
          <ac:chgData name="Sarvesh Joshi" userId="967974f4937ce335" providerId="LiveId" clId="{82D24E87-E234-4743-91AA-88A7C6A45B24}" dt="2026-06-14T16:20:10.788" v="8235" actId="164"/>
          <ac:cxnSpMkLst>
            <pc:docMk/>
            <pc:sldMk cId="2692336543" sldId="335"/>
            <ac:cxnSpMk id="580" creationId="{CC5EA0DB-4F44-12CF-7F75-6841D746B51E}"/>
          </ac:cxnSpMkLst>
        </pc:cxnChg>
        <pc:cxnChg chg="add del mod">
          <ac:chgData name="Sarvesh Joshi" userId="967974f4937ce335" providerId="LiveId" clId="{82D24E87-E234-4743-91AA-88A7C6A45B24}" dt="2026-06-14T14:35:49.607" v="6962" actId="478"/>
          <ac:cxnSpMkLst>
            <pc:docMk/>
            <pc:sldMk cId="2692336543" sldId="335"/>
            <ac:cxnSpMk id="957" creationId="{6DF95A8D-200A-C278-668A-239CF71E60E4}"/>
          </ac:cxnSpMkLst>
        </pc:cxnChg>
        <pc:cxnChg chg="add del">
          <ac:chgData name="Sarvesh Joshi" userId="967974f4937ce335" providerId="LiveId" clId="{82D24E87-E234-4743-91AA-88A7C6A45B24}" dt="2026-06-14T14:41:29.307" v="7087" actId="11529"/>
          <ac:cxnSpMkLst>
            <pc:docMk/>
            <pc:sldMk cId="2692336543" sldId="335"/>
            <ac:cxnSpMk id="992" creationId="{002B2BE3-D6B3-E9C8-2209-0EB30ACC5A1C}"/>
          </ac:cxnSpMkLst>
        </pc:cxnChg>
        <pc:cxnChg chg="add del mod">
          <ac:chgData name="Sarvesh Joshi" userId="967974f4937ce335" providerId="LiveId" clId="{82D24E87-E234-4743-91AA-88A7C6A45B24}" dt="2026-06-14T16:23:15.205" v="8272" actId="478"/>
          <ac:cxnSpMkLst>
            <pc:docMk/>
            <pc:sldMk cId="2692336543" sldId="335"/>
            <ac:cxnSpMk id="1012" creationId="{FB83CB35-DD68-62E5-5229-993B3B2D8CC4}"/>
          </ac:cxnSpMkLst>
        </pc:cxnChg>
        <pc:cxnChg chg="add del mod">
          <ac:chgData name="Sarvesh Joshi" userId="967974f4937ce335" providerId="LiveId" clId="{82D24E87-E234-4743-91AA-88A7C6A45B24}" dt="2026-06-14T14:47:38.964" v="7193" actId="478"/>
          <ac:cxnSpMkLst>
            <pc:docMk/>
            <pc:sldMk cId="2692336543" sldId="335"/>
            <ac:cxnSpMk id="1013" creationId="{C5D83940-68B8-17A3-3208-7048CF5177E7}"/>
          </ac:cxnSpMkLst>
        </pc:cxnChg>
        <pc:cxnChg chg="add del mod">
          <ac:chgData name="Sarvesh Joshi" userId="967974f4937ce335" providerId="LiveId" clId="{82D24E87-E234-4743-91AA-88A7C6A45B24}" dt="2026-06-14T14:47:37.392" v="7192" actId="478"/>
          <ac:cxnSpMkLst>
            <pc:docMk/>
            <pc:sldMk cId="2692336543" sldId="335"/>
            <ac:cxnSpMk id="1014" creationId="{10788C59-89C6-11BE-BC20-CC6E4C1B3B4A}"/>
          </ac:cxnSpMkLst>
        </pc:cxnChg>
        <pc:cxnChg chg="add del mod">
          <ac:chgData name="Sarvesh Joshi" userId="967974f4937ce335" providerId="LiveId" clId="{82D24E87-E234-4743-91AA-88A7C6A45B24}" dt="2026-06-14T14:45:05.085" v="7182" actId="478"/>
          <ac:cxnSpMkLst>
            <pc:docMk/>
            <pc:sldMk cId="2692336543" sldId="335"/>
            <ac:cxnSpMk id="1017" creationId="{4C8F594F-2D57-25C1-67D0-DD791BF6CF30}"/>
          </ac:cxnSpMkLst>
        </pc:cxnChg>
        <pc:cxnChg chg="add del mod">
          <ac:chgData name="Sarvesh Joshi" userId="967974f4937ce335" providerId="LiveId" clId="{82D24E87-E234-4743-91AA-88A7C6A45B24}" dt="2026-06-14T14:44:59.437" v="7181" actId="478"/>
          <ac:cxnSpMkLst>
            <pc:docMk/>
            <pc:sldMk cId="2692336543" sldId="335"/>
            <ac:cxnSpMk id="1018" creationId="{B572B4EF-91E9-2AB7-C19A-842C4793EE60}"/>
          </ac:cxnSpMkLst>
        </pc:cxnChg>
      </pc:sldChg>
      <pc:sldChg chg="addSp delSp modSp add del mod ord delAnim modAnim">
        <pc:chgData name="Sarvesh Joshi" userId="967974f4937ce335" providerId="LiveId" clId="{82D24E87-E234-4743-91AA-88A7C6A45B24}" dt="2026-06-15T13:31:33.112" v="11715" actId="47"/>
        <pc:sldMkLst>
          <pc:docMk/>
          <pc:sldMk cId="1075153041" sldId="336"/>
        </pc:sldMkLst>
        <pc:spChg chg="del mod topLvl">
          <ac:chgData name="Sarvesh Joshi" userId="967974f4937ce335" providerId="LiveId" clId="{82D24E87-E234-4743-91AA-88A7C6A45B24}" dt="2026-06-15T08:17:48.413" v="8603" actId="478"/>
          <ac:spMkLst>
            <pc:docMk/>
            <pc:sldMk cId="1075153041" sldId="336"/>
            <ac:spMk id="4" creationId="{78546FB3-C1B8-1546-6724-EFD60F4E2CE4}"/>
          </ac:spMkLst>
        </pc:spChg>
        <pc:spChg chg="del">
          <ac:chgData name="Sarvesh Joshi" userId="967974f4937ce335" providerId="LiveId" clId="{82D24E87-E234-4743-91AA-88A7C6A45B24}" dt="2026-06-15T08:17:23.855" v="8592" actId="478"/>
          <ac:spMkLst>
            <pc:docMk/>
            <pc:sldMk cId="1075153041" sldId="336"/>
            <ac:spMk id="6" creationId="{FCA8554F-F356-F9C3-27F8-0784096D2AF5}"/>
          </ac:spMkLst>
        </pc:spChg>
        <pc:spChg chg="del mod">
          <ac:chgData name="Sarvesh Joshi" userId="967974f4937ce335" providerId="LiveId" clId="{82D24E87-E234-4743-91AA-88A7C6A45B24}" dt="2026-06-15T08:17:36.045" v="8596" actId="478"/>
          <ac:spMkLst>
            <pc:docMk/>
            <pc:sldMk cId="1075153041" sldId="336"/>
            <ac:spMk id="7" creationId="{8DA399CE-7AC0-66C0-D011-10D0B82C667F}"/>
          </ac:spMkLst>
        </pc:spChg>
        <pc:spChg chg="del mod">
          <ac:chgData name="Sarvesh Joshi" userId="967974f4937ce335" providerId="LiveId" clId="{82D24E87-E234-4743-91AA-88A7C6A45B24}" dt="2026-06-15T08:17:41.404" v="8599" actId="478"/>
          <ac:spMkLst>
            <pc:docMk/>
            <pc:sldMk cId="1075153041" sldId="336"/>
            <ac:spMk id="11" creationId="{95B040D3-93B1-2C83-E866-F4652D198556}"/>
          </ac:spMkLst>
        </pc:spChg>
        <pc:spChg chg="del mod">
          <ac:chgData name="Sarvesh Joshi" userId="967974f4937ce335" providerId="LiveId" clId="{82D24E87-E234-4743-91AA-88A7C6A45B24}" dt="2026-06-15T08:17:46.480" v="8602" actId="478"/>
          <ac:spMkLst>
            <pc:docMk/>
            <pc:sldMk cId="1075153041" sldId="336"/>
            <ac:spMk id="12" creationId="{8BA6A10C-6C73-11B2-6592-280F77E594CF}"/>
          </ac:spMkLst>
        </pc:spChg>
        <pc:spChg chg="del">
          <ac:chgData name="Sarvesh Joshi" userId="967974f4937ce335" providerId="LiveId" clId="{82D24E87-E234-4743-91AA-88A7C6A45B24}" dt="2026-06-15T08:17:39.576" v="8598" actId="478"/>
          <ac:spMkLst>
            <pc:docMk/>
            <pc:sldMk cId="1075153041" sldId="336"/>
            <ac:spMk id="13" creationId="{2EE4D1B2-DB3E-B042-838C-73F87C3D56BA}"/>
          </ac:spMkLst>
        </pc:spChg>
        <pc:spChg chg="del mod">
          <ac:chgData name="Sarvesh Joshi" userId="967974f4937ce335" providerId="LiveId" clId="{82D24E87-E234-4743-91AA-88A7C6A45B24}" dt="2026-06-15T08:17:44.397" v="8601" actId="478"/>
          <ac:spMkLst>
            <pc:docMk/>
            <pc:sldMk cId="1075153041" sldId="336"/>
            <ac:spMk id="14" creationId="{81C49367-33C7-90AC-5792-0D3A437BAD59}"/>
          </ac:spMkLst>
        </pc:spChg>
        <pc:spChg chg="del mod">
          <ac:chgData name="Sarvesh Joshi" userId="967974f4937ce335" providerId="LiveId" clId="{82D24E87-E234-4743-91AA-88A7C6A45B24}" dt="2026-06-15T08:17:37.438" v="8597" actId="478"/>
          <ac:spMkLst>
            <pc:docMk/>
            <pc:sldMk cId="1075153041" sldId="336"/>
            <ac:spMk id="15" creationId="{5A09E2C5-6F03-8090-8091-3DFFEDADF14D}"/>
          </ac:spMkLst>
        </pc:spChg>
        <pc:spChg chg="del mod">
          <ac:chgData name="Sarvesh Joshi" userId="967974f4937ce335" providerId="LiveId" clId="{82D24E87-E234-4743-91AA-88A7C6A45B24}" dt="2026-06-15T08:17:43.041" v="8600" actId="478"/>
          <ac:spMkLst>
            <pc:docMk/>
            <pc:sldMk cId="1075153041" sldId="336"/>
            <ac:spMk id="16" creationId="{A0E04088-FC97-42E7-14BD-085C6CAC80A9}"/>
          </ac:spMkLst>
        </pc:spChg>
        <pc:spChg chg="mod">
          <ac:chgData name="Sarvesh Joshi" userId="967974f4937ce335" providerId="LiveId" clId="{82D24E87-E234-4743-91AA-88A7C6A45B24}" dt="2026-06-15T08:17:07.329" v="8590"/>
          <ac:spMkLst>
            <pc:docMk/>
            <pc:sldMk cId="1075153041" sldId="336"/>
            <ac:spMk id="17" creationId="{2166CA80-F05A-206B-820B-37F8B50343C0}"/>
          </ac:spMkLst>
        </pc:spChg>
        <pc:spChg chg="mod">
          <ac:chgData name="Sarvesh Joshi" userId="967974f4937ce335" providerId="LiveId" clId="{82D24E87-E234-4743-91AA-88A7C6A45B24}" dt="2026-06-15T09:06:02.951" v="9167" actId="1076"/>
          <ac:spMkLst>
            <pc:docMk/>
            <pc:sldMk cId="1075153041" sldId="336"/>
            <ac:spMk id="18" creationId="{2A267FDF-CD20-E46F-727C-0F835CDB1292}"/>
          </ac:spMkLst>
        </pc:spChg>
        <pc:spChg chg="mod">
          <ac:chgData name="Sarvesh Joshi" userId="967974f4937ce335" providerId="LiveId" clId="{82D24E87-E234-4743-91AA-88A7C6A45B24}" dt="2026-06-15T09:06:06.230" v="9168" actId="1076"/>
          <ac:spMkLst>
            <pc:docMk/>
            <pc:sldMk cId="1075153041" sldId="336"/>
            <ac:spMk id="19" creationId="{88D5B2F0-65AD-1EBB-220D-1F6C02C87444}"/>
          </ac:spMkLst>
        </pc:spChg>
        <pc:spChg chg="add mod">
          <ac:chgData name="Sarvesh Joshi" userId="967974f4937ce335" providerId="LiveId" clId="{82D24E87-E234-4743-91AA-88A7C6A45B24}" dt="2026-06-15T08:37:07.393" v="9073" actId="1076"/>
          <ac:spMkLst>
            <pc:docMk/>
            <pc:sldMk cId="1075153041" sldId="336"/>
            <ac:spMk id="20" creationId="{AC999421-0EF4-4B94-F6EE-E96DA43C9560}"/>
          </ac:spMkLst>
        </pc:spChg>
        <pc:spChg chg="add mod">
          <ac:chgData name="Sarvesh Joshi" userId="967974f4937ce335" providerId="LiveId" clId="{82D24E87-E234-4743-91AA-88A7C6A45B24}" dt="2026-06-15T08:37:02.626" v="9072" actId="14100"/>
          <ac:spMkLst>
            <pc:docMk/>
            <pc:sldMk cId="1075153041" sldId="336"/>
            <ac:spMk id="21" creationId="{9C9A287B-AE31-5D42-CC35-6A29250ECE52}"/>
          </ac:spMkLst>
        </pc:spChg>
        <pc:spChg chg="add mod">
          <ac:chgData name="Sarvesh Joshi" userId="967974f4937ce335" providerId="LiveId" clId="{82D24E87-E234-4743-91AA-88A7C6A45B24}" dt="2026-06-15T08:36:55.117" v="9068" actId="1076"/>
          <ac:spMkLst>
            <pc:docMk/>
            <pc:sldMk cId="1075153041" sldId="336"/>
            <ac:spMk id="22" creationId="{765ED66C-7646-B945-4A6E-DC0D1D15730E}"/>
          </ac:spMkLst>
        </pc:spChg>
        <pc:spChg chg="add mod">
          <ac:chgData name="Sarvesh Joshi" userId="967974f4937ce335" providerId="LiveId" clId="{82D24E87-E234-4743-91AA-88A7C6A45B24}" dt="2026-06-15T08:24:55.476" v="8801" actId="1076"/>
          <ac:spMkLst>
            <pc:docMk/>
            <pc:sldMk cId="1075153041" sldId="336"/>
            <ac:spMk id="23" creationId="{B90E62A3-1B06-FA2D-F683-D0C596EE466D}"/>
          </ac:spMkLst>
        </pc:spChg>
        <pc:spChg chg="add mod">
          <ac:chgData name="Sarvesh Joshi" userId="967974f4937ce335" providerId="LiveId" clId="{82D24E87-E234-4743-91AA-88A7C6A45B24}" dt="2026-06-15T08:25:14.543" v="8809" actId="1076"/>
          <ac:spMkLst>
            <pc:docMk/>
            <pc:sldMk cId="1075153041" sldId="336"/>
            <ac:spMk id="24" creationId="{F7D4145A-9855-1C45-528C-BBCC8483668A}"/>
          </ac:spMkLst>
        </pc:spChg>
        <pc:spChg chg="add mod">
          <ac:chgData name="Sarvesh Joshi" userId="967974f4937ce335" providerId="LiveId" clId="{82D24E87-E234-4743-91AA-88A7C6A45B24}" dt="2026-06-15T08:37:31.454" v="9080" actId="14100"/>
          <ac:spMkLst>
            <pc:docMk/>
            <pc:sldMk cId="1075153041" sldId="336"/>
            <ac:spMk id="25" creationId="{E4981A7D-54D3-9FF8-0F9A-D3097E7308F1}"/>
          </ac:spMkLst>
        </pc:spChg>
        <pc:spChg chg="add mod">
          <ac:chgData name="Sarvesh Joshi" userId="967974f4937ce335" providerId="LiveId" clId="{82D24E87-E234-4743-91AA-88A7C6A45B24}" dt="2026-06-15T08:37:19.026" v="9077" actId="255"/>
          <ac:spMkLst>
            <pc:docMk/>
            <pc:sldMk cId="1075153041" sldId="336"/>
            <ac:spMk id="26" creationId="{D5DF0575-516B-6E21-2947-0D7BC2F975F4}"/>
          </ac:spMkLst>
        </pc:spChg>
        <pc:spChg chg="add mod">
          <ac:chgData name="Sarvesh Joshi" userId="967974f4937ce335" providerId="LiveId" clId="{82D24E87-E234-4743-91AA-88A7C6A45B24}" dt="2026-06-15T09:07:55.688" v="9204" actId="1076"/>
          <ac:spMkLst>
            <pc:docMk/>
            <pc:sldMk cId="1075153041" sldId="336"/>
            <ac:spMk id="28" creationId="{05BC0DB2-75A9-B6EE-F235-8F2E612C2010}"/>
          </ac:spMkLst>
        </pc:spChg>
        <pc:spChg chg="add mod">
          <ac:chgData name="Sarvesh Joshi" userId="967974f4937ce335" providerId="LiveId" clId="{82D24E87-E234-4743-91AA-88A7C6A45B24}" dt="2026-06-15T09:07:59.603" v="9205" actId="1076"/>
          <ac:spMkLst>
            <pc:docMk/>
            <pc:sldMk cId="1075153041" sldId="336"/>
            <ac:spMk id="30" creationId="{4484FC49-6DCA-AE1E-8309-D2D20B26B983}"/>
          </ac:spMkLst>
        </pc:spChg>
        <pc:spChg chg="add del mod">
          <ac:chgData name="Sarvesh Joshi" userId="967974f4937ce335" providerId="LiveId" clId="{82D24E87-E234-4743-91AA-88A7C6A45B24}" dt="2026-06-15T09:04:46.185" v="9144" actId="478"/>
          <ac:spMkLst>
            <pc:docMk/>
            <pc:sldMk cId="1075153041" sldId="336"/>
            <ac:spMk id="32" creationId="{D0212AEE-443C-FF65-6281-0745206CBF40}"/>
          </ac:spMkLst>
        </pc:spChg>
        <pc:spChg chg="add mod">
          <ac:chgData name="Sarvesh Joshi" userId="967974f4937ce335" providerId="LiveId" clId="{82D24E87-E234-4743-91AA-88A7C6A45B24}" dt="2026-06-15T09:08:02.712" v="9206" actId="1076"/>
          <ac:spMkLst>
            <pc:docMk/>
            <pc:sldMk cId="1075153041" sldId="336"/>
            <ac:spMk id="33" creationId="{1E3F4880-7E17-2057-C249-B70CD66EEC05}"/>
          </ac:spMkLst>
        </pc:spChg>
        <pc:spChg chg="add mod">
          <ac:chgData name="Sarvesh Joshi" userId="967974f4937ce335" providerId="LiveId" clId="{82D24E87-E234-4743-91AA-88A7C6A45B24}" dt="2026-06-15T09:08:06.223" v="9207" actId="1076"/>
          <ac:spMkLst>
            <pc:docMk/>
            <pc:sldMk cId="1075153041" sldId="336"/>
            <ac:spMk id="34" creationId="{8EB9C972-F271-E496-402B-29D40268C23C}"/>
          </ac:spMkLst>
        </pc:spChg>
        <pc:spChg chg="add mod">
          <ac:chgData name="Sarvesh Joshi" userId="967974f4937ce335" providerId="LiveId" clId="{82D24E87-E234-4743-91AA-88A7C6A45B24}" dt="2026-06-15T09:08:11.280" v="9209" actId="1076"/>
          <ac:spMkLst>
            <pc:docMk/>
            <pc:sldMk cId="1075153041" sldId="336"/>
            <ac:spMk id="35" creationId="{90E34B0C-C89D-886B-4C5B-3DBEEC33DADC}"/>
          </ac:spMkLst>
        </pc:spChg>
        <pc:spChg chg="add mod">
          <ac:chgData name="Sarvesh Joshi" userId="967974f4937ce335" providerId="LiveId" clId="{82D24E87-E234-4743-91AA-88A7C6A45B24}" dt="2026-06-15T09:08:09.020" v="9208" actId="1076"/>
          <ac:spMkLst>
            <pc:docMk/>
            <pc:sldMk cId="1075153041" sldId="336"/>
            <ac:spMk id="37" creationId="{DDFEF0C7-984D-D7EE-93C4-6D51053BE6B9}"/>
          </ac:spMkLst>
        </pc:spChg>
        <pc:spChg chg="mod">
          <ac:chgData name="Sarvesh Joshi" userId="967974f4937ce335" providerId="LiveId" clId="{82D24E87-E234-4743-91AA-88A7C6A45B24}" dt="2026-06-15T09:08:39.412" v="9211"/>
          <ac:spMkLst>
            <pc:docMk/>
            <pc:sldMk cId="1075153041" sldId="336"/>
            <ac:spMk id="39" creationId="{273679D1-3330-5B9C-957F-561DA9203A0F}"/>
          </ac:spMkLst>
        </pc:spChg>
        <pc:spChg chg="mod">
          <ac:chgData name="Sarvesh Joshi" userId="967974f4937ce335" providerId="LiveId" clId="{82D24E87-E234-4743-91AA-88A7C6A45B24}" dt="2026-06-15T09:08:55.364" v="9235" actId="20577"/>
          <ac:spMkLst>
            <pc:docMk/>
            <pc:sldMk cId="1075153041" sldId="336"/>
            <ac:spMk id="40" creationId="{5DFD415B-118E-5E13-2B5A-57920423C22B}"/>
          </ac:spMkLst>
        </pc:spChg>
        <pc:spChg chg="mod">
          <ac:chgData name="Sarvesh Joshi" userId="967974f4937ce335" providerId="LiveId" clId="{82D24E87-E234-4743-91AA-88A7C6A45B24}" dt="2026-06-15T09:08:39.412" v="9211"/>
          <ac:spMkLst>
            <pc:docMk/>
            <pc:sldMk cId="1075153041" sldId="336"/>
            <ac:spMk id="41" creationId="{0DA720EC-E820-2343-B36D-AFBDFB05CDA5}"/>
          </ac:spMkLst>
        </pc:spChg>
        <pc:spChg chg="add mod">
          <ac:chgData name="Sarvesh Joshi" userId="967974f4937ce335" providerId="LiveId" clId="{82D24E87-E234-4743-91AA-88A7C6A45B24}" dt="2026-06-15T09:11:30.704" v="9240" actId="1076"/>
          <ac:spMkLst>
            <pc:docMk/>
            <pc:sldMk cId="1075153041" sldId="336"/>
            <ac:spMk id="42" creationId="{FD3602D8-AEAE-1661-1EBF-BE1AE8E458D5}"/>
          </ac:spMkLst>
        </pc:spChg>
        <pc:spChg chg="add mod">
          <ac:chgData name="Sarvesh Joshi" userId="967974f4937ce335" providerId="LiveId" clId="{82D24E87-E234-4743-91AA-88A7C6A45B24}" dt="2026-06-15T09:54:14.176" v="9567" actId="14100"/>
          <ac:spMkLst>
            <pc:docMk/>
            <pc:sldMk cId="1075153041" sldId="336"/>
            <ac:spMk id="43" creationId="{C39EB591-AE3F-08FD-EA71-D19AC1F9225E}"/>
          </ac:spMkLst>
        </pc:spChg>
        <pc:spChg chg="add mod">
          <ac:chgData name="Sarvesh Joshi" userId="967974f4937ce335" providerId="LiveId" clId="{82D24E87-E234-4743-91AA-88A7C6A45B24}" dt="2026-06-15T09:53:14.530" v="9502" actId="1076"/>
          <ac:spMkLst>
            <pc:docMk/>
            <pc:sldMk cId="1075153041" sldId="336"/>
            <ac:spMk id="44" creationId="{69CCC38C-360B-7DFB-8613-22F42F69387C}"/>
          </ac:spMkLst>
        </pc:spChg>
        <pc:spChg chg="add del">
          <ac:chgData name="Sarvesh Joshi" userId="967974f4937ce335" providerId="LiveId" clId="{82D24E87-E234-4743-91AA-88A7C6A45B24}" dt="2026-06-15T09:50:40.127" v="9377" actId="478"/>
          <ac:spMkLst>
            <pc:docMk/>
            <pc:sldMk cId="1075153041" sldId="336"/>
            <ac:spMk id="45" creationId="{B5CFE141-504C-735D-48FA-AC82A66C28B3}"/>
          </ac:spMkLst>
        </pc:spChg>
        <pc:spChg chg="add mod">
          <ac:chgData name="Sarvesh Joshi" userId="967974f4937ce335" providerId="LiveId" clId="{82D24E87-E234-4743-91AA-88A7C6A45B24}" dt="2026-06-15T09:53:16.790" v="9503" actId="1076"/>
          <ac:spMkLst>
            <pc:docMk/>
            <pc:sldMk cId="1075153041" sldId="336"/>
            <ac:spMk id="47" creationId="{E177213F-2197-B97F-F1DE-E9AC3451D73E}"/>
          </ac:spMkLst>
        </pc:spChg>
        <pc:spChg chg="add mod">
          <ac:chgData name="Sarvesh Joshi" userId="967974f4937ce335" providerId="LiveId" clId="{82D24E87-E234-4743-91AA-88A7C6A45B24}" dt="2026-06-15T09:53:19.386" v="9504" actId="1076"/>
          <ac:spMkLst>
            <pc:docMk/>
            <pc:sldMk cId="1075153041" sldId="336"/>
            <ac:spMk id="49" creationId="{6AFC2C51-DAF2-5563-CD70-D1243782ED4C}"/>
          </ac:spMkLst>
        </pc:spChg>
        <pc:spChg chg="add mod">
          <ac:chgData name="Sarvesh Joshi" userId="967974f4937ce335" providerId="LiveId" clId="{82D24E87-E234-4743-91AA-88A7C6A45B24}" dt="2026-06-15T09:53:23.757" v="9506" actId="1076"/>
          <ac:spMkLst>
            <pc:docMk/>
            <pc:sldMk cId="1075153041" sldId="336"/>
            <ac:spMk id="50" creationId="{311D0DC2-7316-020B-D109-5471888B9CB3}"/>
          </ac:spMkLst>
        </pc:spChg>
        <pc:spChg chg="add mod">
          <ac:chgData name="Sarvesh Joshi" userId="967974f4937ce335" providerId="LiveId" clId="{82D24E87-E234-4743-91AA-88A7C6A45B24}" dt="2026-06-15T09:53:21.308" v="9505" actId="1076"/>
          <ac:spMkLst>
            <pc:docMk/>
            <pc:sldMk cId="1075153041" sldId="336"/>
            <ac:spMk id="52" creationId="{C09A54AC-EAEC-F2AD-9864-3AAA05F4BFBC}"/>
          </ac:spMkLst>
        </pc:spChg>
        <pc:spChg chg="add mod">
          <ac:chgData name="Sarvesh Joshi" userId="967974f4937ce335" providerId="LiveId" clId="{82D24E87-E234-4743-91AA-88A7C6A45B24}" dt="2026-06-15T09:53:27.585" v="9508" actId="1076"/>
          <ac:spMkLst>
            <pc:docMk/>
            <pc:sldMk cId="1075153041" sldId="336"/>
            <ac:spMk id="54" creationId="{46B22E15-E2DA-28A9-818B-06A76AE10AE7}"/>
          </ac:spMkLst>
        </pc:spChg>
        <pc:spChg chg="del mod">
          <ac:chgData name="Sarvesh Joshi" userId="967974f4937ce335" providerId="LiveId" clId="{82D24E87-E234-4743-91AA-88A7C6A45B24}" dt="2026-06-14T11:36:02.949" v="6225" actId="478"/>
          <ac:spMkLst>
            <pc:docMk/>
            <pc:sldMk cId="1075153041" sldId="336"/>
            <ac:spMk id="56" creationId="{7E25AA88-E884-1E0F-E152-8E8164981E93}"/>
          </ac:spMkLst>
        </pc:spChg>
        <pc:spChg chg="add mod">
          <ac:chgData name="Sarvesh Joshi" userId="967974f4937ce335" providerId="LiveId" clId="{82D24E87-E234-4743-91AA-88A7C6A45B24}" dt="2026-06-15T09:53:29.809" v="9509" actId="1076"/>
          <ac:spMkLst>
            <pc:docMk/>
            <pc:sldMk cId="1075153041" sldId="336"/>
            <ac:spMk id="57" creationId="{E0E60595-E0B4-6272-710C-B729F7F2E168}"/>
          </ac:spMkLst>
        </pc:spChg>
        <pc:spChg chg="mod">
          <ac:chgData name="Sarvesh Joshi" userId="967974f4937ce335" providerId="LiveId" clId="{82D24E87-E234-4743-91AA-88A7C6A45B24}" dt="2026-06-14T11:36:11.003" v="6227" actId="1076"/>
          <ac:spMkLst>
            <pc:docMk/>
            <pc:sldMk cId="1075153041" sldId="336"/>
            <ac:spMk id="58" creationId="{65CE233D-B5E8-9EA4-B705-029751036D42}"/>
          </ac:spMkLst>
        </pc:spChg>
        <pc:spChg chg="add mod">
          <ac:chgData name="Sarvesh Joshi" userId="967974f4937ce335" providerId="LiveId" clId="{82D24E87-E234-4743-91AA-88A7C6A45B24}" dt="2026-06-15T09:54:05.002" v="9565" actId="1076"/>
          <ac:spMkLst>
            <pc:docMk/>
            <pc:sldMk cId="1075153041" sldId="336"/>
            <ac:spMk id="60" creationId="{2CAA93CC-1186-2571-5A3C-80BE0E66548C}"/>
          </ac:spMkLst>
        </pc:spChg>
        <pc:spChg chg="add mod">
          <ac:chgData name="Sarvesh Joshi" userId="967974f4937ce335" providerId="LiveId" clId="{82D24E87-E234-4743-91AA-88A7C6A45B24}" dt="2026-06-15T09:54:02.854" v="9564" actId="14100"/>
          <ac:spMkLst>
            <pc:docMk/>
            <pc:sldMk cId="1075153041" sldId="336"/>
            <ac:spMk id="62" creationId="{8546EEBD-4051-B3AC-33C5-C6119594C359}"/>
          </ac:spMkLst>
        </pc:spChg>
        <pc:spChg chg="mod">
          <ac:chgData name="Sarvesh Joshi" userId="967974f4937ce335" providerId="LiveId" clId="{82D24E87-E234-4743-91AA-88A7C6A45B24}" dt="2026-06-15T10:51:18.874" v="9651" actId="14100"/>
          <ac:spMkLst>
            <pc:docMk/>
            <pc:sldMk cId="1075153041" sldId="336"/>
            <ac:spMk id="194" creationId="{D3DEFAD3-AB58-0D31-3BF9-406EC71B8651}"/>
          </ac:spMkLst>
        </pc:spChg>
        <pc:spChg chg="mod">
          <ac:chgData name="Sarvesh Joshi" userId="967974f4937ce335" providerId="LiveId" clId="{82D24E87-E234-4743-91AA-88A7C6A45B24}" dt="2026-06-15T11:19:47.379" v="9788" actId="20577"/>
          <ac:spMkLst>
            <pc:docMk/>
            <pc:sldMk cId="1075153041" sldId="336"/>
            <ac:spMk id="195" creationId="{9C61D0E1-F6E0-3137-1247-8DFA68F132F6}"/>
          </ac:spMkLst>
        </pc:spChg>
        <pc:spChg chg="mod">
          <ac:chgData name="Sarvesh Joshi" userId="967974f4937ce335" providerId="LiveId" clId="{82D24E87-E234-4743-91AA-88A7C6A45B24}" dt="2026-06-15T10:46:25.218" v="9577"/>
          <ac:spMkLst>
            <pc:docMk/>
            <pc:sldMk cId="1075153041" sldId="336"/>
            <ac:spMk id="196" creationId="{A0C49FF2-FF7D-6A39-A0B5-9417AE8F019F}"/>
          </ac:spMkLst>
        </pc:spChg>
        <pc:spChg chg="add mod">
          <ac:chgData name="Sarvesh Joshi" userId="967974f4937ce335" providerId="LiveId" clId="{82D24E87-E234-4743-91AA-88A7C6A45B24}" dt="2026-06-15T10:47:09.861" v="9620" actId="1076"/>
          <ac:spMkLst>
            <pc:docMk/>
            <pc:sldMk cId="1075153041" sldId="336"/>
            <ac:spMk id="198" creationId="{DB8BBF14-A65C-844C-199E-A7944C5C02BB}"/>
          </ac:spMkLst>
        </pc:spChg>
        <pc:spChg chg="add mod">
          <ac:chgData name="Sarvesh Joshi" userId="967974f4937ce335" providerId="LiveId" clId="{82D24E87-E234-4743-91AA-88A7C6A45B24}" dt="2026-06-15T11:20:11.058" v="9791" actId="14100"/>
          <ac:spMkLst>
            <pc:docMk/>
            <pc:sldMk cId="1075153041" sldId="336"/>
            <ac:spMk id="199" creationId="{62A8E2A8-DCC3-D84F-0BE9-22586E302B94}"/>
          </ac:spMkLst>
        </pc:spChg>
        <pc:spChg chg="add del">
          <ac:chgData name="Sarvesh Joshi" userId="967974f4937ce335" providerId="LiveId" clId="{82D24E87-E234-4743-91AA-88A7C6A45B24}" dt="2026-06-15T10:50:44.956" v="9637" actId="22"/>
          <ac:spMkLst>
            <pc:docMk/>
            <pc:sldMk cId="1075153041" sldId="336"/>
            <ac:spMk id="201" creationId="{7760469E-F927-698B-7CCF-089D9CB58DE1}"/>
          </ac:spMkLst>
        </pc:spChg>
        <pc:spChg chg="add mod">
          <ac:chgData name="Sarvesh Joshi" userId="967974f4937ce335" providerId="LiveId" clId="{82D24E87-E234-4743-91AA-88A7C6A45B24}" dt="2026-06-15T11:20:16.811" v="9792" actId="1076"/>
          <ac:spMkLst>
            <pc:docMk/>
            <pc:sldMk cId="1075153041" sldId="336"/>
            <ac:spMk id="204" creationId="{C0B02332-C701-0833-B21F-9966CCAF297F}"/>
          </ac:spMkLst>
        </pc:spChg>
        <pc:spChg chg="mod">
          <ac:chgData name="Sarvesh Joshi" userId="967974f4937ce335" providerId="LiveId" clId="{82D24E87-E234-4743-91AA-88A7C6A45B24}" dt="2026-06-15T10:51:08.686" v="9644"/>
          <ac:spMkLst>
            <pc:docMk/>
            <pc:sldMk cId="1075153041" sldId="336"/>
            <ac:spMk id="206" creationId="{7199E142-6F10-0AF8-A935-5E5A77354A11}"/>
          </ac:spMkLst>
        </pc:spChg>
        <pc:spChg chg="mod">
          <ac:chgData name="Sarvesh Joshi" userId="967974f4937ce335" providerId="LiveId" clId="{82D24E87-E234-4743-91AA-88A7C6A45B24}" dt="2026-06-15T11:19:44.456" v="9786" actId="20577"/>
          <ac:spMkLst>
            <pc:docMk/>
            <pc:sldMk cId="1075153041" sldId="336"/>
            <ac:spMk id="207" creationId="{8CA7D117-596B-6B41-23B2-18C1D6CE0BCC}"/>
          </ac:spMkLst>
        </pc:spChg>
        <pc:spChg chg="mod">
          <ac:chgData name="Sarvesh Joshi" userId="967974f4937ce335" providerId="LiveId" clId="{82D24E87-E234-4743-91AA-88A7C6A45B24}" dt="2026-06-15T10:51:08.686" v="9644"/>
          <ac:spMkLst>
            <pc:docMk/>
            <pc:sldMk cId="1075153041" sldId="336"/>
            <ac:spMk id="208" creationId="{21E9F4E6-B9DF-A097-9DDB-B4866DCCF1C0}"/>
          </ac:spMkLst>
        </pc:spChg>
        <pc:spChg chg="add mod">
          <ac:chgData name="Sarvesh Joshi" userId="967974f4937ce335" providerId="LiveId" clId="{82D24E87-E234-4743-91AA-88A7C6A45B24}" dt="2026-06-15T10:53:10.744" v="9764" actId="14100"/>
          <ac:spMkLst>
            <pc:docMk/>
            <pc:sldMk cId="1075153041" sldId="336"/>
            <ac:spMk id="209" creationId="{CAB0EE11-284B-25F5-2915-91B7C7601E56}"/>
          </ac:spMkLst>
        </pc:spChg>
        <pc:spChg chg="add mod">
          <ac:chgData name="Sarvesh Joshi" userId="967974f4937ce335" providerId="LiveId" clId="{82D24E87-E234-4743-91AA-88A7C6A45B24}" dt="2026-06-15T10:53:36.918" v="9784" actId="20577"/>
          <ac:spMkLst>
            <pc:docMk/>
            <pc:sldMk cId="1075153041" sldId="336"/>
            <ac:spMk id="211" creationId="{C662463F-45D2-F7FD-7C49-B9234A509618}"/>
          </ac:spMkLst>
        </pc:spChg>
        <pc:grpChg chg="del mod">
          <ac:chgData name="Sarvesh Joshi" userId="967974f4937ce335" providerId="LiveId" clId="{82D24E87-E234-4743-91AA-88A7C6A45B24}" dt="2026-06-15T08:17:48.413" v="8603" actId="478"/>
          <ac:grpSpMkLst>
            <pc:docMk/>
            <pc:sldMk cId="1075153041" sldId="336"/>
            <ac:grpSpMk id="2" creationId="{2BDD1195-3E78-388C-097F-95F938AD0DF6}"/>
          </ac:grpSpMkLst>
        </pc:grpChg>
        <pc:grpChg chg="mod topLvl">
          <ac:chgData name="Sarvesh Joshi" userId="967974f4937ce335" providerId="LiveId" clId="{82D24E87-E234-4743-91AA-88A7C6A45B24}" dt="2026-06-15T09:08:14.173" v="9210" actId="14100"/>
          <ac:grpSpMkLst>
            <pc:docMk/>
            <pc:sldMk cId="1075153041" sldId="336"/>
            <ac:grpSpMk id="3" creationId="{78D47E59-AC03-B683-615F-DD465723728B}"/>
          </ac:grpSpMkLst>
        </pc:grpChg>
        <pc:grpChg chg="del">
          <ac:chgData name="Sarvesh Joshi" userId="967974f4937ce335" providerId="LiveId" clId="{82D24E87-E234-4743-91AA-88A7C6A45B24}" dt="2026-06-15T08:17:44.397" v="8601" actId="478"/>
          <ac:grpSpMkLst>
            <pc:docMk/>
            <pc:sldMk cId="1075153041" sldId="336"/>
            <ac:grpSpMk id="5" creationId="{795C63AC-0423-3DD7-C4AA-EB9332BF34AD}"/>
          </ac:grpSpMkLst>
        </pc:grpChg>
        <pc:grpChg chg="del">
          <ac:chgData name="Sarvesh Joshi" userId="967974f4937ce335" providerId="LiveId" clId="{82D24E87-E234-4743-91AA-88A7C6A45B24}" dt="2026-06-15T08:17:37.438" v="8597" actId="478"/>
          <ac:grpSpMkLst>
            <pc:docMk/>
            <pc:sldMk cId="1075153041" sldId="336"/>
            <ac:grpSpMk id="8" creationId="{49502A2E-552A-E5AD-79FB-1624B4761C3E}"/>
          </ac:grpSpMkLst>
        </pc:grpChg>
        <pc:grpChg chg="del">
          <ac:chgData name="Sarvesh Joshi" userId="967974f4937ce335" providerId="LiveId" clId="{82D24E87-E234-4743-91AA-88A7C6A45B24}" dt="2026-06-15T08:17:39.576" v="8598" actId="478"/>
          <ac:grpSpMkLst>
            <pc:docMk/>
            <pc:sldMk cId="1075153041" sldId="336"/>
            <ac:grpSpMk id="9" creationId="{2DA878F8-1C3B-694A-A388-6E5755017776}"/>
          </ac:grpSpMkLst>
        </pc:grpChg>
        <pc:grpChg chg="del">
          <ac:chgData name="Sarvesh Joshi" userId="967974f4937ce335" providerId="LiveId" clId="{82D24E87-E234-4743-91AA-88A7C6A45B24}" dt="2026-06-15T08:17:41.404" v="8599" actId="478"/>
          <ac:grpSpMkLst>
            <pc:docMk/>
            <pc:sldMk cId="1075153041" sldId="336"/>
            <ac:grpSpMk id="10" creationId="{851FBCF6-0868-6098-BBCA-8996798D7F9D}"/>
          </ac:grpSpMkLst>
        </pc:grpChg>
        <pc:grpChg chg="add mod">
          <ac:chgData name="Sarvesh Joshi" userId="967974f4937ce335" providerId="LiveId" clId="{82D24E87-E234-4743-91AA-88A7C6A45B24}" dt="2026-06-15T10:02:14.318" v="9570" actId="1076"/>
          <ac:grpSpMkLst>
            <pc:docMk/>
            <pc:sldMk cId="1075153041" sldId="336"/>
            <ac:grpSpMk id="38" creationId="{8EDE9F58-E8E3-A472-2D3E-B24BC5BE87B6}"/>
          </ac:grpSpMkLst>
        </pc:grpChg>
        <pc:grpChg chg="add mod">
          <ac:chgData name="Sarvesh Joshi" userId="967974f4937ce335" providerId="LiveId" clId="{82D24E87-E234-4743-91AA-88A7C6A45B24}" dt="2026-06-15T10:53:08.447" v="9763" actId="14100"/>
          <ac:grpSpMkLst>
            <pc:docMk/>
            <pc:sldMk cId="1075153041" sldId="336"/>
            <ac:grpSpMk id="193" creationId="{D22D6493-E7F9-AFC4-795E-AD85C530DBFA}"/>
          </ac:grpSpMkLst>
        </pc:grpChg>
        <pc:grpChg chg="add mod">
          <ac:chgData name="Sarvesh Joshi" userId="967974f4937ce335" providerId="LiveId" clId="{82D24E87-E234-4743-91AA-88A7C6A45B24}" dt="2026-06-15T10:51:08.686" v="9644"/>
          <ac:grpSpMkLst>
            <pc:docMk/>
            <pc:sldMk cId="1075153041" sldId="336"/>
            <ac:grpSpMk id="205" creationId="{F4AEE801-1B74-B521-02D6-0872B2A09ED6}"/>
          </ac:grpSpMkLst>
        </pc:grpChg>
        <pc:picChg chg="add mod">
          <ac:chgData name="Sarvesh Joshi" userId="967974f4937ce335" providerId="LiveId" clId="{82D24E87-E234-4743-91AA-88A7C6A45B24}" dt="2026-06-15T10:46:44.930" v="9602" actId="1076"/>
          <ac:picMkLst>
            <pc:docMk/>
            <pc:sldMk cId="1075153041" sldId="336"/>
            <ac:picMk id="192" creationId="{0DA7ADCA-19C4-A006-148D-6EB595269C5F}"/>
          </ac:picMkLst>
        </pc:picChg>
      </pc:sldChg>
      <pc:sldChg chg="del">
        <pc:chgData name="Sarvesh Joshi" userId="967974f4937ce335" providerId="LiveId" clId="{82D24E87-E234-4743-91AA-88A7C6A45B24}" dt="2026-06-15T13:31:33.515" v="11716" actId="47"/>
        <pc:sldMkLst>
          <pc:docMk/>
          <pc:sldMk cId="1970803121" sldId="337"/>
        </pc:sldMkLst>
      </pc:sldChg>
      <pc:sldChg chg="addSp delSp modSp add mod ord addAnim delAnim modAnim">
        <pc:chgData name="Sarvesh Joshi" userId="967974f4937ce335" providerId="LiveId" clId="{82D24E87-E234-4743-91AA-88A7C6A45B24}" dt="2026-06-15T16:04:46.194" v="14070" actId="6549"/>
        <pc:sldMkLst>
          <pc:docMk/>
          <pc:sldMk cId="2451275379" sldId="338"/>
        </pc:sldMkLst>
        <pc:spChg chg="add del mod">
          <ac:chgData name="Sarvesh Joshi" userId="967974f4937ce335" providerId="LiveId" clId="{82D24E87-E234-4743-91AA-88A7C6A45B24}" dt="2026-06-15T13:13:15.265" v="11562" actId="165"/>
          <ac:spMkLst>
            <pc:docMk/>
            <pc:sldMk cId="2451275379" sldId="338"/>
            <ac:spMk id="2" creationId="{C6012998-DDA1-9304-593D-46DB02AD5D5B}"/>
          </ac:spMkLst>
        </pc:spChg>
        <pc:spChg chg="mod">
          <ac:chgData name="Sarvesh Joshi" userId="967974f4937ce335" providerId="LiveId" clId="{82D24E87-E234-4743-91AA-88A7C6A45B24}" dt="2026-06-15T11:22:29.154" v="9801"/>
          <ac:spMkLst>
            <pc:docMk/>
            <pc:sldMk cId="2451275379" sldId="338"/>
            <ac:spMk id="6" creationId="{3E624159-DB98-0989-A125-C7FB37897822}"/>
          </ac:spMkLst>
        </pc:spChg>
        <pc:spChg chg="mod">
          <ac:chgData name="Sarvesh Joshi" userId="967974f4937ce335" providerId="LiveId" clId="{82D24E87-E234-4743-91AA-88A7C6A45B24}" dt="2026-06-15T11:22:29.154" v="9801"/>
          <ac:spMkLst>
            <pc:docMk/>
            <pc:sldMk cId="2451275379" sldId="338"/>
            <ac:spMk id="7" creationId="{561CD35F-2E1E-F361-8EE7-6240627EB744}"/>
          </ac:spMkLst>
        </pc:spChg>
        <pc:spChg chg="mod">
          <ac:chgData name="Sarvesh Joshi" userId="967974f4937ce335" providerId="LiveId" clId="{82D24E87-E234-4743-91AA-88A7C6A45B24}" dt="2026-06-15T11:22:29.154" v="9801"/>
          <ac:spMkLst>
            <pc:docMk/>
            <pc:sldMk cId="2451275379" sldId="338"/>
            <ac:spMk id="8" creationId="{12793B42-E272-4DED-14EC-8D4E7C9B2711}"/>
          </ac:spMkLst>
        </pc:spChg>
        <pc:spChg chg="mod">
          <ac:chgData name="Sarvesh Joshi" userId="967974f4937ce335" providerId="LiveId" clId="{82D24E87-E234-4743-91AA-88A7C6A45B24}" dt="2026-06-15T16:04:09.591" v="14065" actId="6549"/>
          <ac:spMkLst>
            <pc:docMk/>
            <pc:sldMk cId="2451275379" sldId="338"/>
            <ac:spMk id="10" creationId="{737D3B36-71D5-7A11-EAE4-FCA03108DA05}"/>
          </ac:spMkLst>
        </pc:spChg>
        <pc:spChg chg="mod">
          <ac:chgData name="Sarvesh Joshi" userId="967974f4937ce335" providerId="LiveId" clId="{82D24E87-E234-4743-91AA-88A7C6A45B24}" dt="2026-06-15T16:04:09.591" v="14065" actId="6549"/>
          <ac:spMkLst>
            <pc:docMk/>
            <pc:sldMk cId="2451275379" sldId="338"/>
            <ac:spMk id="11" creationId="{E4C39D8F-3FD2-0A72-CE78-BF533584C2ED}"/>
          </ac:spMkLst>
        </pc:spChg>
        <pc:spChg chg="mod">
          <ac:chgData name="Sarvesh Joshi" userId="967974f4937ce335" providerId="LiveId" clId="{82D24E87-E234-4743-91AA-88A7C6A45B24}" dt="2026-06-15T16:04:09.591" v="14065" actId="6549"/>
          <ac:spMkLst>
            <pc:docMk/>
            <pc:sldMk cId="2451275379" sldId="338"/>
            <ac:spMk id="12" creationId="{35B0AFA7-6BE5-36DB-DFEE-F9A593ECC125}"/>
          </ac:spMkLst>
        </pc:spChg>
        <pc:spChg chg="add mod">
          <ac:chgData name="Sarvesh Joshi" userId="967974f4937ce335" providerId="LiveId" clId="{82D24E87-E234-4743-91AA-88A7C6A45B24}" dt="2026-06-15T13:02:54.423" v="11460" actId="164"/>
          <ac:spMkLst>
            <pc:docMk/>
            <pc:sldMk cId="2451275379" sldId="338"/>
            <ac:spMk id="13" creationId="{705E6D48-E397-BB42-52E2-FE8B01A3D0D0}"/>
          </ac:spMkLst>
        </pc:spChg>
        <pc:spChg chg="add mod">
          <ac:chgData name="Sarvesh Joshi" userId="967974f4937ce335" providerId="LiveId" clId="{82D24E87-E234-4743-91AA-88A7C6A45B24}" dt="2026-06-15T13:13:15.265" v="11562" actId="165"/>
          <ac:spMkLst>
            <pc:docMk/>
            <pc:sldMk cId="2451275379" sldId="338"/>
            <ac:spMk id="15" creationId="{A5C93080-DCBC-A651-FEE3-18533E543724}"/>
          </ac:spMkLst>
        </pc:spChg>
        <pc:spChg chg="add del mod">
          <ac:chgData name="Sarvesh Joshi" userId="967974f4937ce335" providerId="LiveId" clId="{82D24E87-E234-4743-91AA-88A7C6A45B24}" dt="2026-06-15T12:03:53.954" v="10224" actId="11529"/>
          <ac:spMkLst>
            <pc:docMk/>
            <pc:sldMk cId="2451275379" sldId="338"/>
            <ac:spMk id="16" creationId="{A6B81A42-5AC7-CE4D-CCE1-6B8CCAACAAE6}"/>
          </ac:spMkLst>
        </pc:spChg>
        <pc:spChg chg="add mod">
          <ac:chgData name="Sarvesh Joshi" userId="967974f4937ce335" providerId="LiveId" clId="{82D24E87-E234-4743-91AA-88A7C6A45B24}" dt="2026-06-15T13:13:15.265" v="11562" actId="165"/>
          <ac:spMkLst>
            <pc:docMk/>
            <pc:sldMk cId="2451275379" sldId="338"/>
            <ac:spMk id="17" creationId="{D84A7A97-8E97-56BC-CA11-4905CAEF61CE}"/>
          </ac:spMkLst>
        </pc:spChg>
        <pc:spChg chg="add mod">
          <ac:chgData name="Sarvesh Joshi" userId="967974f4937ce335" providerId="LiveId" clId="{82D24E87-E234-4743-91AA-88A7C6A45B24}" dt="2026-06-15T13:13:15.265" v="11562" actId="165"/>
          <ac:spMkLst>
            <pc:docMk/>
            <pc:sldMk cId="2451275379" sldId="338"/>
            <ac:spMk id="18" creationId="{153AF587-0118-D879-D154-1DE043264844}"/>
          </ac:spMkLst>
        </pc:spChg>
        <pc:spChg chg="add mod">
          <ac:chgData name="Sarvesh Joshi" userId="967974f4937ce335" providerId="LiveId" clId="{82D24E87-E234-4743-91AA-88A7C6A45B24}" dt="2026-06-15T13:13:15.265" v="11562" actId="165"/>
          <ac:spMkLst>
            <pc:docMk/>
            <pc:sldMk cId="2451275379" sldId="338"/>
            <ac:spMk id="19" creationId="{3789B885-A813-2092-9F28-D583D71A27F3}"/>
          </ac:spMkLst>
        </pc:spChg>
        <pc:spChg chg="mod">
          <ac:chgData name="Sarvesh Joshi" userId="967974f4937ce335" providerId="LiveId" clId="{82D24E87-E234-4743-91AA-88A7C6A45B24}" dt="2026-06-15T13:02:54.423" v="11460" actId="164"/>
          <ac:spMkLst>
            <pc:docMk/>
            <pc:sldMk cId="2451275379" sldId="338"/>
            <ac:spMk id="20" creationId="{79AA28D5-616B-EF25-F11D-696A2AB79B6F}"/>
          </ac:spMkLst>
        </pc:spChg>
        <pc:spChg chg="mod">
          <ac:chgData name="Sarvesh Joshi" userId="967974f4937ce335" providerId="LiveId" clId="{82D24E87-E234-4743-91AA-88A7C6A45B24}" dt="2026-06-15T13:02:54.423" v="11460" actId="164"/>
          <ac:spMkLst>
            <pc:docMk/>
            <pc:sldMk cId="2451275379" sldId="338"/>
            <ac:spMk id="21" creationId="{49D0742F-E928-C35D-21F2-6FE47ECC8418}"/>
          </ac:spMkLst>
        </pc:spChg>
        <pc:spChg chg="mod">
          <ac:chgData name="Sarvesh Joshi" userId="967974f4937ce335" providerId="LiveId" clId="{82D24E87-E234-4743-91AA-88A7C6A45B24}" dt="2026-06-15T13:02:54.423" v="11460" actId="164"/>
          <ac:spMkLst>
            <pc:docMk/>
            <pc:sldMk cId="2451275379" sldId="338"/>
            <ac:spMk id="22" creationId="{176DB5D0-FBE7-019D-C2D1-6894C15CED98}"/>
          </ac:spMkLst>
        </pc:spChg>
        <pc:spChg chg="mod">
          <ac:chgData name="Sarvesh Joshi" userId="967974f4937ce335" providerId="LiveId" clId="{82D24E87-E234-4743-91AA-88A7C6A45B24}" dt="2026-06-15T13:02:54.423" v="11460" actId="164"/>
          <ac:spMkLst>
            <pc:docMk/>
            <pc:sldMk cId="2451275379" sldId="338"/>
            <ac:spMk id="23" creationId="{28E956F6-BC23-476E-6605-DF747E472984}"/>
          </ac:spMkLst>
        </pc:spChg>
        <pc:spChg chg="mod topLvl">
          <ac:chgData name="Sarvesh Joshi" userId="967974f4937ce335" providerId="LiveId" clId="{82D24E87-E234-4743-91AA-88A7C6A45B24}" dt="2026-06-15T13:08:44.266" v="11527" actId="164"/>
          <ac:spMkLst>
            <pc:docMk/>
            <pc:sldMk cId="2451275379" sldId="338"/>
            <ac:spMk id="24" creationId="{3EFC1D7E-0ACB-2B6F-4CB1-F451EAF89F01}"/>
          </ac:spMkLst>
        </pc:spChg>
        <pc:spChg chg="mod">
          <ac:chgData name="Sarvesh Joshi" userId="967974f4937ce335" providerId="LiveId" clId="{82D24E87-E234-4743-91AA-88A7C6A45B24}" dt="2026-06-15T13:03:54.358" v="11478" actId="164"/>
          <ac:spMkLst>
            <pc:docMk/>
            <pc:sldMk cId="2451275379" sldId="338"/>
            <ac:spMk id="25" creationId="{B8DB4E3C-4B7F-764E-5402-E48E70261F28}"/>
          </ac:spMkLst>
        </pc:spChg>
        <pc:spChg chg="mod">
          <ac:chgData name="Sarvesh Joshi" userId="967974f4937ce335" providerId="LiveId" clId="{82D24E87-E234-4743-91AA-88A7C6A45B24}" dt="2026-06-15T13:03:54.358" v="11478" actId="164"/>
          <ac:spMkLst>
            <pc:docMk/>
            <pc:sldMk cId="2451275379" sldId="338"/>
            <ac:spMk id="26" creationId="{923A3582-B4FA-DAB0-4939-72B9E0C11167}"/>
          </ac:spMkLst>
        </pc:spChg>
        <pc:spChg chg="add mod">
          <ac:chgData name="Sarvesh Joshi" userId="967974f4937ce335" providerId="LiveId" clId="{82D24E87-E234-4743-91AA-88A7C6A45B24}" dt="2026-06-15T13:13:15.265" v="11562" actId="165"/>
          <ac:spMkLst>
            <pc:docMk/>
            <pc:sldMk cId="2451275379" sldId="338"/>
            <ac:spMk id="27" creationId="{18CFF92F-9B66-07B2-C764-73F86FFD29AF}"/>
          </ac:spMkLst>
        </pc:spChg>
        <pc:spChg chg="add del mod">
          <ac:chgData name="Sarvesh Joshi" userId="967974f4937ce335" providerId="LiveId" clId="{82D24E87-E234-4743-91AA-88A7C6A45B24}" dt="2026-06-15T11:31:04.350" v="9876" actId="478"/>
          <ac:spMkLst>
            <pc:docMk/>
            <pc:sldMk cId="2451275379" sldId="338"/>
            <ac:spMk id="27" creationId="{535F2163-263D-D850-0842-674F453BDB38}"/>
          </ac:spMkLst>
        </pc:spChg>
        <pc:spChg chg="mod">
          <ac:chgData name="Sarvesh Joshi" userId="967974f4937ce335" providerId="LiveId" clId="{82D24E87-E234-4743-91AA-88A7C6A45B24}" dt="2026-06-15T13:03:54.358" v="11478" actId="164"/>
          <ac:spMkLst>
            <pc:docMk/>
            <pc:sldMk cId="2451275379" sldId="338"/>
            <ac:spMk id="28" creationId="{76A3D398-5B0C-DABB-729F-0144E853321E}"/>
          </ac:spMkLst>
        </pc:spChg>
        <pc:spChg chg="add mod">
          <ac:chgData name="Sarvesh Joshi" userId="967974f4937ce335" providerId="LiveId" clId="{82D24E87-E234-4743-91AA-88A7C6A45B24}" dt="2026-06-15T11:35:16.765" v="9927"/>
          <ac:spMkLst>
            <pc:docMk/>
            <pc:sldMk cId="2451275379" sldId="338"/>
            <ac:spMk id="29" creationId="{98990666-26D1-52A3-CC3B-6EC75F705C3F}"/>
          </ac:spMkLst>
        </pc:spChg>
        <pc:spChg chg="mod">
          <ac:chgData name="Sarvesh Joshi" userId="967974f4937ce335" providerId="LiveId" clId="{82D24E87-E234-4743-91AA-88A7C6A45B24}" dt="2026-06-15T13:03:54.358" v="11478" actId="164"/>
          <ac:spMkLst>
            <pc:docMk/>
            <pc:sldMk cId="2451275379" sldId="338"/>
            <ac:spMk id="30" creationId="{57118984-A697-A467-B1BE-F0313A73FB77}"/>
          </ac:spMkLst>
        </pc:spChg>
        <pc:spChg chg="mod">
          <ac:chgData name="Sarvesh Joshi" userId="967974f4937ce335" providerId="LiveId" clId="{82D24E87-E234-4743-91AA-88A7C6A45B24}" dt="2026-06-15T11:35:16.765" v="9927"/>
          <ac:spMkLst>
            <pc:docMk/>
            <pc:sldMk cId="2451275379" sldId="338"/>
            <ac:spMk id="32" creationId="{1AD894FE-AF49-AEBA-B49A-E3EB70034600}"/>
          </ac:spMkLst>
        </pc:spChg>
        <pc:spChg chg="mod">
          <ac:chgData name="Sarvesh Joshi" userId="967974f4937ce335" providerId="LiveId" clId="{82D24E87-E234-4743-91AA-88A7C6A45B24}" dt="2026-06-15T12:36:36.108" v="11004" actId="164"/>
          <ac:spMkLst>
            <pc:docMk/>
            <pc:sldMk cId="2451275379" sldId="338"/>
            <ac:spMk id="33" creationId="{F6536F56-2F68-CDE6-60D8-62CCB741E38B}"/>
          </ac:spMkLst>
        </pc:spChg>
        <pc:spChg chg="mod">
          <ac:chgData name="Sarvesh Joshi" userId="967974f4937ce335" providerId="LiveId" clId="{82D24E87-E234-4743-91AA-88A7C6A45B24}" dt="2026-06-15T12:53:03.015" v="11186" actId="1076"/>
          <ac:spMkLst>
            <pc:docMk/>
            <pc:sldMk cId="2451275379" sldId="338"/>
            <ac:spMk id="34" creationId="{5EAE4657-0D38-9A55-1E45-B0AB62DC355F}"/>
          </ac:spMkLst>
        </pc:spChg>
        <pc:spChg chg="mod">
          <ac:chgData name="Sarvesh Joshi" userId="967974f4937ce335" providerId="LiveId" clId="{82D24E87-E234-4743-91AA-88A7C6A45B24}" dt="2026-06-15T12:53:05.995" v="11187" actId="1076"/>
          <ac:spMkLst>
            <pc:docMk/>
            <pc:sldMk cId="2451275379" sldId="338"/>
            <ac:spMk id="35" creationId="{48E7E1B6-9B72-F33E-6D2B-226422AEFD0B}"/>
          </ac:spMkLst>
        </pc:spChg>
        <pc:spChg chg="mod">
          <ac:chgData name="Sarvesh Joshi" userId="967974f4937ce335" providerId="LiveId" clId="{82D24E87-E234-4743-91AA-88A7C6A45B24}" dt="2026-06-15T11:35:16.765" v="9927"/>
          <ac:spMkLst>
            <pc:docMk/>
            <pc:sldMk cId="2451275379" sldId="338"/>
            <ac:spMk id="36" creationId="{1160392D-BD65-F1CC-94F9-32C92FECD4D4}"/>
          </ac:spMkLst>
        </pc:spChg>
        <pc:spChg chg="mod">
          <ac:chgData name="Sarvesh Joshi" userId="967974f4937ce335" providerId="LiveId" clId="{82D24E87-E234-4743-91AA-88A7C6A45B24}" dt="2026-06-15T12:53:12.732" v="11188" actId="14100"/>
          <ac:spMkLst>
            <pc:docMk/>
            <pc:sldMk cId="2451275379" sldId="338"/>
            <ac:spMk id="37" creationId="{B986B7BF-4238-80F3-8528-C6BD2A8F99F7}"/>
          </ac:spMkLst>
        </pc:spChg>
        <pc:spChg chg="mod">
          <ac:chgData name="Sarvesh Joshi" userId="967974f4937ce335" providerId="LiveId" clId="{82D24E87-E234-4743-91AA-88A7C6A45B24}" dt="2026-06-15T13:13:15.265" v="11562" actId="165"/>
          <ac:spMkLst>
            <pc:docMk/>
            <pc:sldMk cId="2451275379" sldId="338"/>
            <ac:spMk id="42" creationId="{44D3E891-8906-D5A5-7A6E-B6332B8FA578}"/>
          </ac:spMkLst>
        </pc:spChg>
        <pc:spChg chg="del mod">
          <ac:chgData name="Sarvesh Joshi" userId="967974f4937ce335" providerId="LiveId" clId="{82D24E87-E234-4743-91AA-88A7C6A45B24}" dt="2026-06-15T12:09:12.070" v="10300" actId="478"/>
          <ac:spMkLst>
            <pc:docMk/>
            <pc:sldMk cId="2451275379" sldId="338"/>
            <ac:spMk id="43" creationId="{510257BF-46C8-7BCC-A05D-EDCBC7620BE6}"/>
          </ac:spMkLst>
        </pc:spChg>
        <pc:spChg chg="mod topLvl">
          <ac:chgData name="Sarvesh Joshi" userId="967974f4937ce335" providerId="LiveId" clId="{82D24E87-E234-4743-91AA-88A7C6A45B24}" dt="2026-06-15T13:15:18.757" v="11595" actId="164"/>
          <ac:spMkLst>
            <pc:docMk/>
            <pc:sldMk cId="2451275379" sldId="338"/>
            <ac:spMk id="44" creationId="{5F752898-DD3F-1B45-AB41-324B81982AE5}"/>
          </ac:spMkLst>
        </pc:spChg>
        <pc:spChg chg="add mod ord topLvl">
          <ac:chgData name="Sarvesh Joshi" userId="967974f4937ce335" providerId="LiveId" clId="{82D24E87-E234-4743-91AA-88A7C6A45B24}" dt="2026-06-15T13:15:42.263" v="11601" actId="164"/>
          <ac:spMkLst>
            <pc:docMk/>
            <pc:sldMk cId="2451275379" sldId="338"/>
            <ac:spMk id="45" creationId="{18D541C9-AA26-DA4C-BA65-CDA4795BB8C4}"/>
          </ac:spMkLst>
        </pc:spChg>
        <pc:spChg chg="mod">
          <ac:chgData name="Sarvesh Joshi" userId="967974f4937ce335" providerId="LiveId" clId="{82D24E87-E234-4743-91AA-88A7C6A45B24}" dt="2026-06-15T11:35:16.765" v="9927"/>
          <ac:spMkLst>
            <pc:docMk/>
            <pc:sldMk cId="2451275379" sldId="338"/>
            <ac:spMk id="45" creationId="{D4A47039-0C10-EA7B-371C-92281B23D49E}"/>
          </ac:spMkLst>
        </pc:spChg>
        <pc:spChg chg="add mod">
          <ac:chgData name="Sarvesh Joshi" userId="967974f4937ce335" providerId="LiveId" clId="{82D24E87-E234-4743-91AA-88A7C6A45B24}" dt="2026-06-15T13:24:22.607" v="11642" actId="255"/>
          <ac:spMkLst>
            <pc:docMk/>
            <pc:sldMk cId="2451275379" sldId="338"/>
            <ac:spMk id="46" creationId="{FB7F33B8-DAC4-B266-2092-E21AF471AE5B}"/>
          </ac:spMkLst>
        </pc:spChg>
        <pc:spChg chg="mod topLvl">
          <ac:chgData name="Sarvesh Joshi" userId="967974f4937ce335" providerId="LiveId" clId="{82D24E87-E234-4743-91AA-88A7C6A45B24}" dt="2026-06-15T13:15:18.757" v="11595" actId="164"/>
          <ac:spMkLst>
            <pc:docMk/>
            <pc:sldMk cId="2451275379" sldId="338"/>
            <ac:spMk id="47" creationId="{98F9B1E3-BE32-7423-95C1-615A3523092F}"/>
          </ac:spMkLst>
        </pc:spChg>
        <pc:spChg chg="add mod">
          <ac:chgData name="Sarvesh Joshi" userId="967974f4937ce335" providerId="LiveId" clId="{82D24E87-E234-4743-91AA-88A7C6A45B24}" dt="2026-06-15T16:04:46.194" v="14070" actId="6549"/>
          <ac:spMkLst>
            <pc:docMk/>
            <pc:sldMk cId="2451275379" sldId="338"/>
            <ac:spMk id="48" creationId="{90782834-1EE6-BB9B-46C3-220D1F689650}"/>
          </ac:spMkLst>
        </pc:spChg>
        <pc:spChg chg="mod topLvl">
          <ac:chgData name="Sarvesh Joshi" userId="967974f4937ce335" providerId="LiveId" clId="{82D24E87-E234-4743-91AA-88A7C6A45B24}" dt="2026-06-15T13:15:18.757" v="11595" actId="164"/>
          <ac:spMkLst>
            <pc:docMk/>
            <pc:sldMk cId="2451275379" sldId="338"/>
            <ac:spMk id="49" creationId="{D1CE931D-9EDC-9E6F-DB8B-5D73CFABAD81}"/>
          </ac:spMkLst>
        </pc:spChg>
        <pc:spChg chg="del mod topLvl">
          <ac:chgData name="Sarvesh Joshi" userId="967974f4937ce335" providerId="LiveId" clId="{82D24E87-E234-4743-91AA-88A7C6A45B24}" dt="2026-06-15T13:14:48.576" v="11580" actId="478"/>
          <ac:spMkLst>
            <pc:docMk/>
            <pc:sldMk cId="2451275379" sldId="338"/>
            <ac:spMk id="50" creationId="{C0B09B7F-EF39-5D2A-ADFB-AACA8F4E1DF6}"/>
          </ac:spMkLst>
        </pc:spChg>
        <pc:spChg chg="mod topLvl">
          <ac:chgData name="Sarvesh Joshi" userId="967974f4937ce335" providerId="LiveId" clId="{82D24E87-E234-4743-91AA-88A7C6A45B24}" dt="2026-06-15T13:15:18.757" v="11595" actId="164"/>
          <ac:spMkLst>
            <pc:docMk/>
            <pc:sldMk cId="2451275379" sldId="338"/>
            <ac:spMk id="52" creationId="{337F076D-F728-26BD-74D4-2FD9AEB8DD4A}"/>
          </ac:spMkLst>
        </pc:spChg>
        <pc:spChg chg="mod">
          <ac:chgData name="Sarvesh Joshi" userId="967974f4937ce335" providerId="LiveId" clId="{82D24E87-E234-4743-91AA-88A7C6A45B24}" dt="2026-06-15T11:52:07.252" v="10107" actId="14100"/>
          <ac:spMkLst>
            <pc:docMk/>
            <pc:sldMk cId="2451275379" sldId="338"/>
            <ac:spMk id="53" creationId="{4A092034-FE84-6B83-6A5F-6F757BB0E29A}"/>
          </ac:spMkLst>
        </pc:spChg>
        <pc:spChg chg="mod topLvl">
          <ac:chgData name="Sarvesh Joshi" userId="967974f4937ce335" providerId="LiveId" clId="{82D24E87-E234-4743-91AA-88A7C6A45B24}" dt="2026-06-15T13:15:18.757" v="11595" actId="164"/>
          <ac:spMkLst>
            <pc:docMk/>
            <pc:sldMk cId="2451275379" sldId="338"/>
            <ac:spMk id="54" creationId="{529D2DB8-872E-0634-03C5-0B3FAA6C2423}"/>
          </ac:spMkLst>
        </pc:spChg>
        <pc:spChg chg="mod">
          <ac:chgData name="Sarvesh Joshi" userId="967974f4937ce335" providerId="LiveId" clId="{82D24E87-E234-4743-91AA-88A7C6A45B24}" dt="2026-06-15T12:27:41.705" v="10572" actId="207"/>
          <ac:spMkLst>
            <pc:docMk/>
            <pc:sldMk cId="2451275379" sldId="338"/>
            <ac:spMk id="55" creationId="{08481A56-C240-A28C-DD8B-76B3BF7B64C1}"/>
          </ac:spMkLst>
        </pc:spChg>
        <pc:spChg chg="del mod">
          <ac:chgData name="Sarvesh Joshi" userId="967974f4937ce335" providerId="LiveId" clId="{82D24E87-E234-4743-91AA-88A7C6A45B24}" dt="2026-06-15T11:51:21.818" v="10098" actId="478"/>
          <ac:spMkLst>
            <pc:docMk/>
            <pc:sldMk cId="2451275379" sldId="338"/>
            <ac:spMk id="56" creationId="{02001E2E-C968-5B8D-4F69-44B5CD38ACBD}"/>
          </ac:spMkLst>
        </pc:spChg>
        <pc:spChg chg="add mod ord">
          <ac:chgData name="Sarvesh Joshi" userId="967974f4937ce335" providerId="LiveId" clId="{82D24E87-E234-4743-91AA-88A7C6A45B24}" dt="2026-06-15T13:08:44.266" v="11527" actId="164"/>
          <ac:spMkLst>
            <pc:docMk/>
            <pc:sldMk cId="2451275379" sldId="338"/>
            <ac:spMk id="56" creationId="{BCDC27DB-F165-DC73-6E33-260A2EAADC3B}"/>
          </ac:spMkLst>
        </pc:spChg>
        <pc:spChg chg="mod topLvl">
          <ac:chgData name="Sarvesh Joshi" userId="967974f4937ce335" providerId="LiveId" clId="{82D24E87-E234-4743-91AA-88A7C6A45B24}" dt="2026-06-15T13:15:18.757" v="11595" actId="164"/>
          <ac:spMkLst>
            <pc:docMk/>
            <pc:sldMk cId="2451275379" sldId="338"/>
            <ac:spMk id="57" creationId="{1E87DB17-36A6-D1FE-61AB-B65FF67E61D2}"/>
          </ac:spMkLst>
        </pc:spChg>
        <pc:spChg chg="add mod topLvl">
          <ac:chgData name="Sarvesh Joshi" userId="967974f4937ce335" providerId="LiveId" clId="{82D24E87-E234-4743-91AA-88A7C6A45B24}" dt="2026-06-15T13:08:44.266" v="11527" actId="164"/>
          <ac:spMkLst>
            <pc:docMk/>
            <pc:sldMk cId="2451275379" sldId="338"/>
            <ac:spMk id="59" creationId="{2EE8581D-2766-08F1-614D-F67F6DA6C7A6}"/>
          </ac:spMkLst>
        </pc:spChg>
        <pc:spChg chg="mod topLvl">
          <ac:chgData name="Sarvesh Joshi" userId="967974f4937ce335" providerId="LiveId" clId="{82D24E87-E234-4743-91AA-88A7C6A45B24}" dt="2026-06-15T13:15:18.757" v="11595" actId="164"/>
          <ac:spMkLst>
            <pc:docMk/>
            <pc:sldMk cId="2451275379" sldId="338"/>
            <ac:spMk id="60" creationId="{15A91126-97EC-3F51-590E-33468CB27063}"/>
          </ac:spMkLst>
        </pc:spChg>
        <pc:spChg chg="add mod">
          <ac:chgData name="Sarvesh Joshi" userId="967974f4937ce335" providerId="LiveId" clId="{82D24E87-E234-4743-91AA-88A7C6A45B24}" dt="2026-06-15T13:02:54.423" v="11460" actId="164"/>
          <ac:spMkLst>
            <pc:docMk/>
            <pc:sldMk cId="2451275379" sldId="338"/>
            <ac:spMk id="61" creationId="{E56EA94A-BA00-5870-63DB-BCFA0C702B90}"/>
          </ac:spMkLst>
        </pc:spChg>
        <pc:spChg chg="mod topLvl">
          <ac:chgData name="Sarvesh Joshi" userId="967974f4937ce335" providerId="LiveId" clId="{82D24E87-E234-4743-91AA-88A7C6A45B24}" dt="2026-06-15T13:15:18.757" v="11595" actId="164"/>
          <ac:spMkLst>
            <pc:docMk/>
            <pc:sldMk cId="2451275379" sldId="338"/>
            <ac:spMk id="62" creationId="{B2D8083A-3D0F-9978-F56F-C193ED562399}"/>
          </ac:spMkLst>
        </pc:spChg>
        <pc:spChg chg="add del mod ord topLvl">
          <ac:chgData name="Sarvesh Joshi" userId="967974f4937ce335" providerId="LiveId" clId="{82D24E87-E234-4743-91AA-88A7C6A45B24}" dt="2026-06-15T13:15:18.757" v="11595" actId="164"/>
          <ac:spMkLst>
            <pc:docMk/>
            <pc:sldMk cId="2451275379" sldId="338"/>
            <ac:spMk id="63" creationId="{AFED1F5E-2483-3DA1-2010-6D93F153BC4B}"/>
          </ac:spMkLst>
        </pc:spChg>
        <pc:spChg chg="add del">
          <ac:chgData name="Sarvesh Joshi" userId="967974f4937ce335" providerId="LiveId" clId="{82D24E87-E234-4743-91AA-88A7C6A45B24}" dt="2026-06-15T12:55:36.577" v="11198" actId="478"/>
          <ac:spMkLst>
            <pc:docMk/>
            <pc:sldMk cId="2451275379" sldId="338"/>
            <ac:spMk id="193" creationId="{146D47E9-90E6-28D7-2349-29F9CA6179D4}"/>
          </ac:spMkLst>
        </pc:spChg>
        <pc:spChg chg="add mod">
          <ac:chgData name="Sarvesh Joshi" userId="967974f4937ce335" providerId="LiveId" clId="{82D24E87-E234-4743-91AA-88A7C6A45B24}" dt="2026-06-15T16:04:09.591" v="14065" actId="6549"/>
          <ac:spMkLst>
            <pc:docMk/>
            <pc:sldMk cId="2451275379" sldId="338"/>
            <ac:spMk id="194" creationId="{35F5721C-BFB0-D5CD-CB51-DFCE548EF364}"/>
          </ac:spMkLst>
        </pc:spChg>
        <pc:spChg chg="add del mod">
          <ac:chgData name="Sarvesh Joshi" userId="967974f4937ce335" providerId="LiveId" clId="{82D24E87-E234-4743-91AA-88A7C6A45B24}" dt="2026-06-15T12:57:33.556" v="11293"/>
          <ac:spMkLst>
            <pc:docMk/>
            <pc:sldMk cId="2451275379" sldId="338"/>
            <ac:spMk id="196" creationId="{9458A6C8-EBF3-ED31-E226-7536325D882C}"/>
          </ac:spMkLst>
        </pc:spChg>
        <pc:spChg chg="add mod">
          <ac:chgData name="Sarvesh Joshi" userId="967974f4937ce335" providerId="LiveId" clId="{82D24E87-E234-4743-91AA-88A7C6A45B24}" dt="2026-06-15T13:02:54.423" v="11460" actId="164"/>
          <ac:spMkLst>
            <pc:docMk/>
            <pc:sldMk cId="2451275379" sldId="338"/>
            <ac:spMk id="197" creationId="{20DA9D52-335B-8D0E-D8FB-06FD78DECB5B}"/>
          </ac:spMkLst>
        </pc:spChg>
        <pc:spChg chg="mod">
          <ac:chgData name="Sarvesh Joshi" userId="967974f4937ce335" providerId="LiveId" clId="{82D24E87-E234-4743-91AA-88A7C6A45B24}" dt="2026-06-15T16:04:09.591" v="14065" actId="6549"/>
          <ac:spMkLst>
            <pc:docMk/>
            <pc:sldMk cId="2451275379" sldId="338"/>
            <ac:spMk id="198" creationId="{0783924F-5964-6CDE-EB0A-FAB1F2EFD326}"/>
          </ac:spMkLst>
        </pc:spChg>
        <pc:spChg chg="mod">
          <ac:chgData name="Sarvesh Joshi" userId="967974f4937ce335" providerId="LiveId" clId="{82D24E87-E234-4743-91AA-88A7C6A45B24}" dt="2026-06-15T16:04:09.591" v="14065" actId="6549"/>
          <ac:spMkLst>
            <pc:docMk/>
            <pc:sldMk cId="2451275379" sldId="338"/>
            <ac:spMk id="199" creationId="{9B48C9E2-2AD9-F6B1-01A4-75366DF5D8E0}"/>
          </ac:spMkLst>
        </pc:spChg>
        <pc:spChg chg="add mod">
          <ac:chgData name="Sarvesh Joshi" userId="967974f4937ce335" providerId="LiveId" clId="{82D24E87-E234-4743-91AA-88A7C6A45B24}" dt="2026-06-15T13:13:15.265" v="11562" actId="165"/>
          <ac:spMkLst>
            <pc:docMk/>
            <pc:sldMk cId="2451275379" sldId="338"/>
            <ac:spMk id="201" creationId="{783DB000-F46B-D310-CB33-7117CE06C48B}"/>
          </ac:spMkLst>
        </pc:spChg>
        <pc:spChg chg="mod">
          <ac:chgData name="Sarvesh Joshi" userId="967974f4937ce335" providerId="LiveId" clId="{82D24E87-E234-4743-91AA-88A7C6A45B24}" dt="2026-06-15T12:26:41.416" v="10567" actId="207"/>
          <ac:spMkLst>
            <pc:docMk/>
            <pc:sldMk cId="2451275379" sldId="338"/>
            <ac:spMk id="202" creationId="{FA6A4DC6-865D-CE39-B7EE-F666AB80CE0F}"/>
          </ac:spMkLst>
        </pc:spChg>
        <pc:spChg chg="mod">
          <ac:chgData name="Sarvesh Joshi" userId="967974f4937ce335" providerId="LiveId" clId="{82D24E87-E234-4743-91AA-88A7C6A45B24}" dt="2026-06-15T12:26:41.416" v="10567" actId="207"/>
          <ac:spMkLst>
            <pc:docMk/>
            <pc:sldMk cId="2451275379" sldId="338"/>
            <ac:spMk id="203" creationId="{ABCCB324-A258-1E86-04E4-74A1257201A6}"/>
          </ac:spMkLst>
        </pc:spChg>
        <pc:spChg chg="mod">
          <ac:chgData name="Sarvesh Joshi" userId="967974f4937ce335" providerId="LiveId" clId="{82D24E87-E234-4743-91AA-88A7C6A45B24}" dt="2026-06-15T16:04:09.591" v="14065" actId="6549"/>
          <ac:spMkLst>
            <pc:docMk/>
            <pc:sldMk cId="2451275379" sldId="338"/>
            <ac:spMk id="204" creationId="{08260A09-5D0E-E022-BFF8-94244AEB9882}"/>
          </ac:spMkLst>
        </pc:spChg>
        <pc:spChg chg="add mod">
          <ac:chgData name="Sarvesh Joshi" userId="967974f4937ce335" providerId="LiveId" clId="{82D24E87-E234-4743-91AA-88A7C6A45B24}" dt="2026-06-15T16:04:28.793" v="14068" actId="20577"/>
          <ac:spMkLst>
            <pc:docMk/>
            <pc:sldMk cId="2451275379" sldId="338"/>
            <ac:spMk id="205" creationId="{ED0A7616-7E56-A0F3-C1E5-EA37E8A55F93}"/>
          </ac:spMkLst>
        </pc:spChg>
        <pc:spChg chg="add mod">
          <ac:chgData name="Sarvesh Joshi" userId="967974f4937ce335" providerId="LiveId" clId="{82D24E87-E234-4743-91AA-88A7C6A45B24}" dt="2026-06-15T16:04:09.591" v="14065" actId="6549"/>
          <ac:spMkLst>
            <pc:docMk/>
            <pc:sldMk cId="2451275379" sldId="338"/>
            <ac:spMk id="207" creationId="{7564F1FC-26EC-D080-1617-3523FC6B2445}"/>
          </ac:spMkLst>
        </pc:spChg>
        <pc:spChg chg="del">
          <ac:chgData name="Sarvesh Joshi" userId="967974f4937ce335" providerId="LiveId" clId="{82D24E87-E234-4743-91AA-88A7C6A45B24}" dt="2026-06-15T11:26:35.322" v="9830" actId="21"/>
          <ac:spMkLst>
            <pc:docMk/>
            <pc:sldMk cId="2451275379" sldId="338"/>
            <ac:spMk id="209" creationId="{858D9751-9FEF-E298-98C5-EEAAB5495E9A}"/>
          </ac:spMkLst>
        </pc:spChg>
        <pc:spChg chg="del">
          <ac:chgData name="Sarvesh Joshi" userId="967974f4937ce335" providerId="LiveId" clId="{82D24E87-E234-4743-91AA-88A7C6A45B24}" dt="2026-06-15T11:26:35.322" v="9830" actId="21"/>
          <ac:spMkLst>
            <pc:docMk/>
            <pc:sldMk cId="2451275379" sldId="338"/>
            <ac:spMk id="211" creationId="{85A546A6-B897-1935-7A6E-4ED8E681F54F}"/>
          </ac:spMkLst>
        </pc:spChg>
        <pc:spChg chg="add mod">
          <ac:chgData name="Sarvesh Joshi" userId="967974f4937ce335" providerId="LiveId" clId="{82D24E87-E234-4743-91AA-88A7C6A45B24}" dt="2026-06-15T13:13:15.265" v="11562" actId="165"/>
          <ac:spMkLst>
            <pc:docMk/>
            <pc:sldMk cId="2451275379" sldId="338"/>
            <ac:spMk id="212" creationId="{8EBEFF59-DD7A-B39E-D87F-4585815E09E6}"/>
          </ac:spMkLst>
        </pc:spChg>
        <pc:spChg chg="add mod">
          <ac:chgData name="Sarvesh Joshi" userId="967974f4937ce335" providerId="LiveId" clId="{82D24E87-E234-4743-91AA-88A7C6A45B24}" dt="2026-06-15T13:07:19.244" v="11516" actId="164"/>
          <ac:spMkLst>
            <pc:docMk/>
            <pc:sldMk cId="2451275379" sldId="338"/>
            <ac:spMk id="215" creationId="{AB84DED0-CDD6-6BEA-BEE8-1AD2747EF7A2}"/>
          </ac:spMkLst>
        </pc:spChg>
        <pc:grpChg chg="del">
          <ac:chgData name="Sarvesh Joshi" userId="967974f4937ce335" providerId="LiveId" clId="{82D24E87-E234-4743-91AA-88A7C6A45B24}" dt="2026-06-15T11:21:30.387" v="9795" actId="478"/>
          <ac:grpSpMkLst>
            <pc:docMk/>
            <pc:sldMk cId="2451275379" sldId="338"/>
            <ac:grpSpMk id="3" creationId="{0BCF44A4-A4C6-4373-A3A3-6721136CF30B}"/>
          </ac:grpSpMkLst>
        </pc:grpChg>
        <pc:grpChg chg="add del mod">
          <ac:chgData name="Sarvesh Joshi" userId="967974f4937ce335" providerId="LiveId" clId="{82D24E87-E234-4743-91AA-88A7C6A45B24}" dt="2026-06-15T11:26:35.322" v="9830" actId="21"/>
          <ac:grpSpMkLst>
            <pc:docMk/>
            <pc:sldMk cId="2451275379" sldId="338"/>
            <ac:grpSpMk id="5" creationId="{6E1473D0-2D27-233A-77F2-DE9B148DC689}"/>
          </ac:grpSpMkLst>
        </pc:grpChg>
        <pc:grpChg chg="add del mod">
          <ac:chgData name="Sarvesh Joshi" userId="967974f4937ce335" providerId="LiveId" clId="{82D24E87-E234-4743-91AA-88A7C6A45B24}" dt="2026-06-15T13:07:02.414" v="11512" actId="164"/>
          <ac:grpSpMkLst>
            <pc:docMk/>
            <pc:sldMk cId="2451275379" sldId="338"/>
            <ac:grpSpMk id="9" creationId="{55583EFA-0AEA-414C-4E9E-856C845EA767}"/>
          </ac:grpSpMkLst>
        </pc:grpChg>
        <pc:grpChg chg="add mod">
          <ac:chgData name="Sarvesh Joshi" userId="967974f4937ce335" providerId="LiveId" clId="{82D24E87-E234-4743-91AA-88A7C6A45B24}" dt="2026-06-15T13:03:54.358" v="11478" actId="164"/>
          <ac:grpSpMkLst>
            <pc:docMk/>
            <pc:sldMk cId="2451275379" sldId="338"/>
            <ac:grpSpMk id="29" creationId="{1B50F76E-3594-4272-E544-8E0112CECB22}"/>
          </ac:grpSpMkLst>
        </pc:grpChg>
        <pc:grpChg chg="add mod">
          <ac:chgData name="Sarvesh Joshi" userId="967974f4937ce335" providerId="LiveId" clId="{82D24E87-E234-4743-91AA-88A7C6A45B24}" dt="2026-06-15T13:04:35.230" v="11480" actId="164"/>
          <ac:grpSpMkLst>
            <pc:docMk/>
            <pc:sldMk cId="2451275379" sldId="338"/>
            <ac:grpSpMk id="31" creationId="{2A8A3F0A-85E5-E90F-1739-64D8C88401DF}"/>
          </ac:grpSpMkLst>
        </pc:grpChg>
        <pc:grpChg chg="add mod">
          <ac:chgData name="Sarvesh Joshi" userId="967974f4937ce335" providerId="LiveId" clId="{82D24E87-E234-4743-91AA-88A7C6A45B24}" dt="2026-06-15T11:35:16.765" v="9927"/>
          <ac:grpSpMkLst>
            <pc:docMk/>
            <pc:sldMk cId="2451275379" sldId="338"/>
            <ac:grpSpMk id="31" creationId="{39DF2D74-FD77-11A9-F6F6-F531C9C4B3FF}"/>
          </ac:grpSpMkLst>
        </pc:grpChg>
        <pc:grpChg chg="del">
          <ac:chgData name="Sarvesh Joshi" userId="967974f4937ce335" providerId="LiveId" clId="{82D24E87-E234-4743-91AA-88A7C6A45B24}" dt="2026-06-15T11:21:40.327" v="9797" actId="478"/>
          <ac:grpSpMkLst>
            <pc:docMk/>
            <pc:sldMk cId="2451275379" sldId="338"/>
            <ac:grpSpMk id="38" creationId="{C4168801-E090-599C-ACAC-51000FE4EACC}"/>
          </ac:grpSpMkLst>
        </pc:grpChg>
        <pc:grpChg chg="add mod">
          <ac:chgData name="Sarvesh Joshi" userId="967974f4937ce335" providerId="LiveId" clId="{82D24E87-E234-4743-91AA-88A7C6A45B24}" dt="2026-06-15T11:48:34.843" v="10054" actId="164"/>
          <ac:grpSpMkLst>
            <pc:docMk/>
            <pc:sldMk cId="2451275379" sldId="338"/>
            <ac:grpSpMk id="51" creationId="{E040A676-E36F-B422-D271-EAF884446BB9}"/>
          </ac:grpSpMkLst>
        </pc:grpChg>
        <pc:grpChg chg="del">
          <ac:chgData name="Sarvesh Joshi" userId="967974f4937ce335" providerId="LiveId" clId="{82D24E87-E234-4743-91AA-88A7C6A45B24}" dt="2026-06-15T11:21:36.607" v="9796" actId="478"/>
          <ac:grpSpMkLst>
            <pc:docMk/>
            <pc:sldMk cId="2451275379" sldId="338"/>
            <ac:grpSpMk id="193" creationId="{48EA9501-5EEB-7072-CDDF-A52AAD67082D}"/>
          </ac:grpSpMkLst>
        </pc:grpChg>
        <pc:grpChg chg="del mod">
          <ac:chgData name="Sarvesh Joshi" userId="967974f4937ce335" providerId="LiveId" clId="{82D24E87-E234-4743-91AA-88A7C6A45B24}" dt="2026-06-15T11:21:41.938" v="9798" actId="478"/>
          <ac:grpSpMkLst>
            <pc:docMk/>
            <pc:sldMk cId="2451275379" sldId="338"/>
            <ac:grpSpMk id="205" creationId="{F0609CE8-B5C4-9A0A-E577-030720512085}"/>
          </ac:grpSpMkLst>
        </pc:grpChg>
        <pc:grpChg chg="add mod">
          <ac:chgData name="Sarvesh Joshi" userId="967974f4937ce335" providerId="LiveId" clId="{82D24E87-E234-4743-91AA-88A7C6A45B24}" dt="2026-06-15T13:02:54.423" v="11460" actId="164"/>
          <ac:grpSpMkLst>
            <pc:docMk/>
            <pc:sldMk cId="2451275379" sldId="338"/>
            <ac:grpSpMk id="208" creationId="{80DA9A15-B232-0269-12E9-D72B7CE2D608}"/>
          </ac:grpSpMkLst>
        </pc:grpChg>
        <pc:grpChg chg="add del mod">
          <ac:chgData name="Sarvesh Joshi" userId="967974f4937ce335" providerId="LiveId" clId="{82D24E87-E234-4743-91AA-88A7C6A45B24}" dt="2026-06-15T13:08:33.101" v="11525" actId="165"/>
          <ac:grpSpMkLst>
            <pc:docMk/>
            <pc:sldMk cId="2451275379" sldId="338"/>
            <ac:grpSpMk id="209" creationId="{14FD73D1-7327-7D59-FC2E-5E177465C8B4}"/>
          </ac:grpSpMkLst>
        </pc:grpChg>
        <pc:grpChg chg="add mod">
          <ac:chgData name="Sarvesh Joshi" userId="967974f4937ce335" providerId="LiveId" clId="{82D24E87-E234-4743-91AA-88A7C6A45B24}" dt="2026-06-15T13:03:54.358" v="11478" actId="164"/>
          <ac:grpSpMkLst>
            <pc:docMk/>
            <pc:sldMk cId="2451275379" sldId="338"/>
            <ac:grpSpMk id="210" creationId="{805F09E4-2CFB-7511-BCB3-936689BC8F5F}"/>
          </ac:grpSpMkLst>
        </pc:grpChg>
        <pc:grpChg chg="add mod">
          <ac:chgData name="Sarvesh Joshi" userId="967974f4937ce335" providerId="LiveId" clId="{82D24E87-E234-4743-91AA-88A7C6A45B24}" dt="2026-06-15T13:07:38.465" v="11518" actId="164"/>
          <ac:grpSpMkLst>
            <pc:docMk/>
            <pc:sldMk cId="2451275379" sldId="338"/>
            <ac:grpSpMk id="211" creationId="{57CCE800-4F07-6BBA-4F89-E62FAEB76B00}"/>
          </ac:grpSpMkLst>
        </pc:grpChg>
        <pc:grpChg chg="add del mod">
          <ac:chgData name="Sarvesh Joshi" userId="967974f4937ce335" providerId="LiveId" clId="{82D24E87-E234-4743-91AA-88A7C6A45B24}" dt="2026-06-15T13:07:19.244" v="11516" actId="164"/>
          <ac:grpSpMkLst>
            <pc:docMk/>
            <pc:sldMk cId="2451275379" sldId="338"/>
            <ac:grpSpMk id="213" creationId="{8E6BCAD1-386F-D684-9BEA-5E866DE3F323}"/>
          </ac:grpSpMkLst>
        </pc:grpChg>
        <pc:grpChg chg="add mod">
          <ac:chgData name="Sarvesh Joshi" userId="967974f4937ce335" providerId="LiveId" clId="{82D24E87-E234-4743-91AA-88A7C6A45B24}" dt="2026-06-15T13:07:02.414" v="11512" actId="164"/>
          <ac:grpSpMkLst>
            <pc:docMk/>
            <pc:sldMk cId="2451275379" sldId="338"/>
            <ac:grpSpMk id="214" creationId="{CA0AB096-8BDB-51CA-A1C6-323CA18CF68D}"/>
          </ac:grpSpMkLst>
        </pc:grpChg>
        <pc:grpChg chg="add mod">
          <ac:chgData name="Sarvesh Joshi" userId="967974f4937ce335" providerId="LiveId" clId="{82D24E87-E234-4743-91AA-88A7C6A45B24}" dt="2026-06-15T13:07:19.244" v="11516" actId="164"/>
          <ac:grpSpMkLst>
            <pc:docMk/>
            <pc:sldMk cId="2451275379" sldId="338"/>
            <ac:grpSpMk id="216" creationId="{CD7D9B5A-5867-F249-4337-7ED18F72ADC4}"/>
          </ac:grpSpMkLst>
        </pc:grpChg>
        <pc:grpChg chg="add del mod">
          <ac:chgData name="Sarvesh Joshi" userId="967974f4937ce335" providerId="LiveId" clId="{82D24E87-E234-4743-91AA-88A7C6A45B24}" dt="2026-06-15T13:15:42.263" v="11601" actId="164"/>
          <ac:grpSpMkLst>
            <pc:docMk/>
            <pc:sldMk cId="2451275379" sldId="338"/>
            <ac:grpSpMk id="217" creationId="{46BE396B-AE3F-8446-52C1-A9E8084015D5}"/>
          </ac:grpSpMkLst>
        </pc:grpChg>
        <pc:grpChg chg="add mod">
          <ac:chgData name="Sarvesh Joshi" userId="967974f4937ce335" providerId="LiveId" clId="{82D24E87-E234-4743-91AA-88A7C6A45B24}" dt="2026-06-15T13:08:46.455" v="11529" actId="1076"/>
          <ac:grpSpMkLst>
            <pc:docMk/>
            <pc:sldMk cId="2451275379" sldId="338"/>
            <ac:grpSpMk id="218" creationId="{88A1585D-BFC1-0A79-CBEC-70BB0FD5A4BB}"/>
          </ac:grpSpMkLst>
        </pc:grpChg>
        <pc:grpChg chg="add mod">
          <ac:chgData name="Sarvesh Joshi" userId="967974f4937ce335" providerId="LiveId" clId="{82D24E87-E234-4743-91AA-88A7C6A45B24}" dt="2026-06-15T13:10:00.279" v="11540" actId="164"/>
          <ac:grpSpMkLst>
            <pc:docMk/>
            <pc:sldMk cId="2451275379" sldId="338"/>
            <ac:grpSpMk id="219" creationId="{562D858B-B575-E224-CE3E-17370D26F903}"/>
          </ac:grpSpMkLst>
        </pc:grpChg>
        <pc:grpChg chg="add mod">
          <ac:chgData name="Sarvesh Joshi" userId="967974f4937ce335" providerId="LiveId" clId="{82D24E87-E234-4743-91AA-88A7C6A45B24}" dt="2026-06-15T13:09:53.841" v="11538" actId="164"/>
          <ac:grpSpMkLst>
            <pc:docMk/>
            <pc:sldMk cId="2451275379" sldId="338"/>
            <ac:grpSpMk id="220" creationId="{1E31EC9E-1382-1A3C-557F-326BCEFDFBC5}"/>
          </ac:grpSpMkLst>
        </pc:grpChg>
        <pc:grpChg chg="add mod">
          <ac:chgData name="Sarvesh Joshi" userId="967974f4937ce335" providerId="LiveId" clId="{82D24E87-E234-4743-91AA-88A7C6A45B24}" dt="2026-06-15T13:10:26.313" v="11544" actId="164"/>
          <ac:grpSpMkLst>
            <pc:docMk/>
            <pc:sldMk cId="2451275379" sldId="338"/>
            <ac:grpSpMk id="221" creationId="{A22EE19E-222B-D9CF-2868-FF2EBDED4D5D}"/>
          </ac:grpSpMkLst>
        </pc:grpChg>
        <pc:grpChg chg="add mod">
          <ac:chgData name="Sarvesh Joshi" userId="967974f4937ce335" providerId="LiveId" clId="{82D24E87-E234-4743-91AA-88A7C6A45B24}" dt="2026-06-15T13:10:26.313" v="11544" actId="164"/>
          <ac:grpSpMkLst>
            <pc:docMk/>
            <pc:sldMk cId="2451275379" sldId="338"/>
            <ac:grpSpMk id="222" creationId="{B763C31B-BEB6-1CFB-2710-685B680BBCCE}"/>
          </ac:grpSpMkLst>
        </pc:grpChg>
        <pc:grpChg chg="add mod">
          <ac:chgData name="Sarvesh Joshi" userId="967974f4937ce335" providerId="LiveId" clId="{82D24E87-E234-4743-91AA-88A7C6A45B24}" dt="2026-06-15T13:12:49.377" v="11558" actId="164"/>
          <ac:grpSpMkLst>
            <pc:docMk/>
            <pc:sldMk cId="2451275379" sldId="338"/>
            <ac:grpSpMk id="223" creationId="{C01F6F17-2F05-9B61-4052-A81E30F8619B}"/>
          </ac:grpSpMkLst>
        </pc:grpChg>
        <pc:grpChg chg="add mod">
          <ac:chgData name="Sarvesh Joshi" userId="967974f4937ce335" providerId="LiveId" clId="{82D24E87-E234-4743-91AA-88A7C6A45B24}" dt="2026-06-15T13:14:26.155" v="11573" actId="164"/>
          <ac:grpSpMkLst>
            <pc:docMk/>
            <pc:sldMk cId="2451275379" sldId="338"/>
            <ac:grpSpMk id="224" creationId="{DD480F52-8F5E-46F8-8B04-A2AF98DBCA80}"/>
          </ac:grpSpMkLst>
        </pc:grpChg>
        <pc:grpChg chg="add mod">
          <ac:chgData name="Sarvesh Joshi" userId="967974f4937ce335" providerId="LiveId" clId="{82D24E87-E234-4743-91AA-88A7C6A45B24}" dt="2026-06-15T13:15:18.757" v="11595" actId="164"/>
          <ac:grpSpMkLst>
            <pc:docMk/>
            <pc:sldMk cId="2451275379" sldId="338"/>
            <ac:grpSpMk id="225" creationId="{C677C8AE-D6C0-B793-BA51-DD9E73D8F59C}"/>
          </ac:grpSpMkLst>
        </pc:grpChg>
        <pc:grpChg chg="add mod">
          <ac:chgData name="Sarvesh Joshi" userId="967974f4937ce335" providerId="LiveId" clId="{82D24E87-E234-4743-91AA-88A7C6A45B24}" dt="2026-06-15T13:15:42.263" v="11601" actId="164"/>
          <ac:grpSpMkLst>
            <pc:docMk/>
            <pc:sldMk cId="2451275379" sldId="338"/>
            <ac:grpSpMk id="226" creationId="{82743C93-50A7-7921-5D85-DE4AB380AEE9}"/>
          </ac:grpSpMkLst>
        </pc:grpChg>
        <pc:picChg chg="mod">
          <ac:chgData name="Sarvesh Joshi" userId="967974f4937ce335" providerId="LiveId" clId="{82D24E87-E234-4743-91AA-88A7C6A45B24}" dt="2026-06-15T16:04:09.591" v="14065" actId="6549"/>
          <ac:picMkLst>
            <pc:docMk/>
            <pc:sldMk cId="2451275379" sldId="338"/>
            <ac:picMk id="192" creationId="{DB363696-38A4-C083-2DD8-7AE9A3DA1D5D}"/>
          </ac:picMkLst>
        </pc:picChg>
        <pc:cxnChg chg="add del mod ord">
          <ac:chgData name="Sarvesh Joshi" userId="967974f4937ce335" providerId="LiveId" clId="{82D24E87-E234-4743-91AA-88A7C6A45B24}" dt="2026-06-15T12:39:35.513" v="11036" actId="478"/>
          <ac:cxnSpMkLst>
            <pc:docMk/>
            <pc:sldMk cId="2451275379" sldId="338"/>
            <ac:cxnSpMk id="4" creationId="{7EF1172C-3E2B-4D50-2220-AF459E98DFA7}"/>
          </ac:cxnSpMkLst>
        </pc:cxnChg>
        <pc:cxnChg chg="add del mod">
          <ac:chgData name="Sarvesh Joshi" userId="967974f4937ce335" providerId="LiveId" clId="{82D24E87-E234-4743-91AA-88A7C6A45B24}" dt="2026-06-15T11:28:15.208" v="9845" actId="478"/>
          <ac:cxnSpMkLst>
            <pc:docMk/>
            <pc:sldMk cId="2451275379" sldId="338"/>
            <ac:cxnSpMk id="4" creationId="{D45659A6-CB92-3DD8-710A-7989FCF87364}"/>
          </ac:cxnSpMkLst>
        </pc:cxnChg>
        <pc:cxnChg chg="add del mod">
          <ac:chgData name="Sarvesh Joshi" userId="967974f4937ce335" providerId="LiveId" clId="{82D24E87-E234-4743-91AA-88A7C6A45B24}" dt="2026-06-15T12:39:37.950" v="11037" actId="478"/>
          <ac:cxnSpMkLst>
            <pc:docMk/>
            <pc:sldMk cId="2451275379" sldId="338"/>
            <ac:cxnSpMk id="5" creationId="{8ED4C4F8-8E19-FFA3-CF47-35A1A7E532E2}"/>
          </ac:cxnSpMkLst>
        </pc:cxnChg>
        <pc:cxnChg chg="add del mod">
          <ac:chgData name="Sarvesh Joshi" userId="967974f4937ce335" providerId="LiveId" clId="{82D24E87-E234-4743-91AA-88A7C6A45B24}" dt="2026-06-15T12:39:40.273" v="11038" actId="21"/>
          <ac:cxnSpMkLst>
            <pc:docMk/>
            <pc:sldMk cId="2451275379" sldId="338"/>
            <ac:cxnSpMk id="6" creationId="{DC0A41C3-8E6A-B851-1C74-8289F4265664}"/>
          </ac:cxnSpMkLst>
        </pc:cxnChg>
        <pc:cxnChg chg="add mod">
          <ac:chgData name="Sarvesh Joshi" userId="967974f4937ce335" providerId="LiveId" clId="{82D24E87-E234-4743-91AA-88A7C6A45B24}" dt="2026-06-15T13:07:38.465" v="11518" actId="164"/>
          <ac:cxnSpMkLst>
            <pc:docMk/>
            <pc:sldMk cId="2451275379" sldId="338"/>
            <ac:cxnSpMk id="32" creationId="{DC0A41C3-8E6A-B851-1C74-8289F4265664}"/>
          </ac:cxnSpMkLst>
        </pc:cxnChg>
        <pc:cxnChg chg="add mod">
          <ac:chgData name="Sarvesh Joshi" userId="967974f4937ce335" providerId="LiveId" clId="{82D24E87-E234-4743-91AA-88A7C6A45B24}" dt="2026-06-15T13:07:38.465" v="11518" actId="164"/>
          <ac:cxnSpMkLst>
            <pc:docMk/>
            <pc:sldMk cId="2451275379" sldId="338"/>
            <ac:cxnSpMk id="36" creationId="{AB811964-9613-2675-64A8-C25949708E08}"/>
          </ac:cxnSpMkLst>
        </pc:cxnChg>
        <pc:cxnChg chg="add mod">
          <ac:chgData name="Sarvesh Joshi" userId="967974f4937ce335" providerId="LiveId" clId="{82D24E87-E234-4743-91AA-88A7C6A45B24}" dt="2026-06-15T13:07:38.465" v="11518" actId="164"/>
          <ac:cxnSpMkLst>
            <pc:docMk/>
            <pc:sldMk cId="2451275379" sldId="338"/>
            <ac:cxnSpMk id="39" creationId="{5FB28D78-6D61-A83D-29B4-FAB5F385614B}"/>
          </ac:cxnSpMkLst>
        </pc:cxnChg>
      </pc:sldChg>
      <pc:sldChg chg="addSp delSp modSp new mod ord modTransition setBg">
        <pc:chgData name="Sarvesh Joshi" userId="967974f4937ce335" providerId="LiveId" clId="{82D24E87-E234-4743-91AA-88A7C6A45B24}" dt="2026-06-15T15:19:52.368" v="14056" actId="1076"/>
        <pc:sldMkLst>
          <pc:docMk/>
          <pc:sldMk cId="2468017200" sldId="339"/>
        </pc:sldMkLst>
        <pc:spChg chg="add del mod">
          <ac:chgData name="Sarvesh Joshi" userId="967974f4937ce335" providerId="LiveId" clId="{82D24E87-E234-4743-91AA-88A7C6A45B24}" dt="2026-06-15T14:53:27.759" v="13781" actId="478"/>
          <ac:spMkLst>
            <pc:docMk/>
            <pc:sldMk cId="2468017200" sldId="339"/>
            <ac:spMk id="2" creationId="{A8F4CD5C-ACE5-3F12-AD74-6FB8C3568A91}"/>
          </ac:spMkLst>
        </pc:spChg>
        <pc:spChg chg="add del mod">
          <ac:chgData name="Sarvesh Joshi" userId="967974f4937ce335" providerId="LiveId" clId="{82D24E87-E234-4743-91AA-88A7C6A45B24}" dt="2026-06-15T14:29:44.782" v="12928" actId="478"/>
          <ac:spMkLst>
            <pc:docMk/>
            <pc:sldMk cId="2468017200" sldId="339"/>
            <ac:spMk id="4" creationId="{10A52195-83A9-351E-4C5E-4EB286F7C5A9}"/>
          </ac:spMkLst>
        </pc:spChg>
        <pc:spChg chg="add del mod ord">
          <ac:chgData name="Sarvesh Joshi" userId="967974f4937ce335" providerId="LiveId" clId="{82D24E87-E234-4743-91AA-88A7C6A45B24}" dt="2026-06-15T15:09:44.201" v="13912" actId="478"/>
          <ac:spMkLst>
            <pc:docMk/>
            <pc:sldMk cId="2468017200" sldId="339"/>
            <ac:spMk id="4" creationId="{938FFA42-F40E-634A-CBDA-032B10753DAE}"/>
          </ac:spMkLst>
        </pc:spChg>
        <pc:spChg chg="add del mod">
          <ac:chgData name="Sarvesh Joshi" userId="967974f4937ce335" providerId="LiveId" clId="{82D24E87-E234-4743-91AA-88A7C6A45B24}" dt="2026-06-15T14:01:10.814" v="12217" actId="478"/>
          <ac:spMkLst>
            <pc:docMk/>
            <pc:sldMk cId="2468017200" sldId="339"/>
            <ac:spMk id="9" creationId="{4BD7A519-BC55-3AB7-DD79-8FDF4D09B539}"/>
          </ac:spMkLst>
        </pc:spChg>
        <pc:spChg chg="add del mod">
          <ac:chgData name="Sarvesh Joshi" userId="967974f4937ce335" providerId="LiveId" clId="{82D24E87-E234-4743-91AA-88A7C6A45B24}" dt="2026-06-15T14:01:35.663" v="12256" actId="478"/>
          <ac:spMkLst>
            <pc:docMk/>
            <pc:sldMk cId="2468017200" sldId="339"/>
            <ac:spMk id="10" creationId="{EF8CFCAA-6909-4C27-5B41-1781FB566179}"/>
          </ac:spMkLst>
        </pc:spChg>
        <pc:spChg chg="add del mod">
          <ac:chgData name="Sarvesh Joshi" userId="967974f4937ce335" providerId="LiveId" clId="{82D24E87-E234-4743-91AA-88A7C6A45B24}" dt="2026-06-15T14:01:49.207" v="12279" actId="478"/>
          <ac:spMkLst>
            <pc:docMk/>
            <pc:sldMk cId="2468017200" sldId="339"/>
            <ac:spMk id="11" creationId="{376C5D8A-EED3-516B-3930-3EB943450C61}"/>
          </ac:spMkLst>
        </pc:spChg>
        <pc:spChg chg="add mod">
          <ac:chgData name="Sarvesh Joshi" userId="967974f4937ce335" providerId="LiveId" clId="{82D24E87-E234-4743-91AA-88A7C6A45B24}" dt="2026-06-15T14:33:40.329" v="13103" actId="164"/>
          <ac:spMkLst>
            <pc:docMk/>
            <pc:sldMk cId="2468017200" sldId="339"/>
            <ac:spMk id="13" creationId="{EAC8F6B3-67E1-1AF0-4905-259E200B1C9B}"/>
          </ac:spMkLst>
        </pc:spChg>
        <pc:spChg chg="add mod">
          <ac:chgData name="Sarvesh Joshi" userId="967974f4937ce335" providerId="LiveId" clId="{82D24E87-E234-4743-91AA-88A7C6A45B24}" dt="2026-06-15T14:33:40.329" v="13103" actId="164"/>
          <ac:spMkLst>
            <pc:docMk/>
            <pc:sldMk cId="2468017200" sldId="339"/>
            <ac:spMk id="15" creationId="{CDCDE418-E761-FD5B-3834-838DF963F2F7}"/>
          </ac:spMkLst>
        </pc:spChg>
        <pc:spChg chg="add mod">
          <ac:chgData name="Sarvesh Joshi" userId="967974f4937ce335" providerId="LiveId" clId="{82D24E87-E234-4743-91AA-88A7C6A45B24}" dt="2026-06-15T14:33:40.329" v="13103" actId="164"/>
          <ac:spMkLst>
            <pc:docMk/>
            <pc:sldMk cId="2468017200" sldId="339"/>
            <ac:spMk id="17" creationId="{40B2FD56-A3EB-0A74-4DCD-9F6E1070E528}"/>
          </ac:spMkLst>
        </pc:spChg>
        <pc:spChg chg="add mod">
          <ac:chgData name="Sarvesh Joshi" userId="967974f4937ce335" providerId="LiveId" clId="{82D24E87-E234-4743-91AA-88A7C6A45B24}" dt="2026-06-15T14:33:51.969" v="13109" actId="1076"/>
          <ac:spMkLst>
            <pc:docMk/>
            <pc:sldMk cId="2468017200" sldId="339"/>
            <ac:spMk id="18" creationId="{CF981DAF-67F7-33E6-E130-0294911B34F1}"/>
          </ac:spMkLst>
        </pc:spChg>
        <pc:spChg chg="add mod">
          <ac:chgData name="Sarvesh Joshi" userId="967974f4937ce335" providerId="LiveId" clId="{82D24E87-E234-4743-91AA-88A7C6A45B24}" dt="2026-06-15T14:33:31.574" v="13101" actId="164"/>
          <ac:spMkLst>
            <pc:docMk/>
            <pc:sldMk cId="2468017200" sldId="339"/>
            <ac:spMk id="19" creationId="{10615FE0-9172-ED30-61F7-8BE567A65407}"/>
          </ac:spMkLst>
        </pc:spChg>
        <pc:spChg chg="add del mod">
          <ac:chgData name="Sarvesh Joshi" userId="967974f4937ce335" providerId="LiveId" clId="{82D24E87-E234-4743-91AA-88A7C6A45B24}" dt="2026-06-15T15:09:45.631" v="13913" actId="478"/>
          <ac:spMkLst>
            <pc:docMk/>
            <pc:sldMk cId="2468017200" sldId="339"/>
            <ac:spMk id="20" creationId="{34A0F343-F894-28B0-EBE8-06BF6D208960}"/>
          </ac:spMkLst>
        </pc:spChg>
        <pc:spChg chg="add del mod ord">
          <ac:chgData name="Sarvesh Joshi" userId="967974f4937ce335" providerId="LiveId" clId="{82D24E87-E234-4743-91AA-88A7C6A45B24}" dt="2026-06-15T14:29:46.518" v="12929" actId="478"/>
          <ac:spMkLst>
            <pc:docMk/>
            <pc:sldMk cId="2468017200" sldId="339"/>
            <ac:spMk id="20" creationId="{518BDC1C-CF68-9419-4E05-760BAFB96FCE}"/>
          </ac:spMkLst>
        </pc:spChg>
        <pc:spChg chg="add del mod ord">
          <ac:chgData name="Sarvesh Joshi" userId="967974f4937ce335" providerId="LiveId" clId="{82D24E87-E234-4743-91AA-88A7C6A45B24}" dt="2026-06-15T15:09:41.728" v="13910" actId="478"/>
          <ac:spMkLst>
            <pc:docMk/>
            <pc:sldMk cId="2468017200" sldId="339"/>
            <ac:spMk id="21" creationId="{A4964AE4-12FF-180B-2A1D-3C2E4130568B}"/>
          </ac:spMkLst>
        </pc:spChg>
        <pc:spChg chg="add del mod topLvl">
          <ac:chgData name="Sarvesh Joshi" userId="967974f4937ce335" providerId="LiveId" clId="{82D24E87-E234-4743-91AA-88A7C6A45B24}" dt="2026-06-15T15:09:46.779" v="13914" actId="478"/>
          <ac:spMkLst>
            <pc:docMk/>
            <pc:sldMk cId="2468017200" sldId="339"/>
            <ac:spMk id="22" creationId="{0F88F204-C10F-FD1B-CD11-53E8FFE9D3B9}"/>
          </ac:spMkLst>
        </pc:spChg>
        <pc:spChg chg="add del mod">
          <ac:chgData name="Sarvesh Joshi" userId="967974f4937ce335" providerId="LiveId" clId="{82D24E87-E234-4743-91AA-88A7C6A45B24}" dt="2026-06-15T14:34:21.013" v="13116" actId="478"/>
          <ac:spMkLst>
            <pc:docMk/>
            <pc:sldMk cId="2468017200" sldId="339"/>
            <ac:spMk id="25" creationId="{EEF41F57-5B9D-534E-B3B2-3330B528877E}"/>
          </ac:spMkLst>
        </pc:spChg>
        <pc:spChg chg="add del mod ord topLvl">
          <ac:chgData name="Sarvesh Joshi" userId="967974f4937ce335" providerId="LiveId" clId="{82D24E87-E234-4743-91AA-88A7C6A45B24}" dt="2026-06-15T14:40:37.077" v="13264" actId="478"/>
          <ac:spMkLst>
            <pc:docMk/>
            <pc:sldMk cId="2468017200" sldId="339"/>
            <ac:spMk id="26" creationId="{02A71515-747A-DC1A-B4B9-374270B4D541}"/>
          </ac:spMkLst>
        </pc:spChg>
        <pc:spChg chg="add del mod ord">
          <ac:chgData name="Sarvesh Joshi" userId="967974f4937ce335" providerId="LiveId" clId="{82D24E87-E234-4743-91AA-88A7C6A45B24}" dt="2026-06-15T14:53:12.712" v="13778" actId="478"/>
          <ac:spMkLst>
            <pc:docMk/>
            <pc:sldMk cId="2468017200" sldId="339"/>
            <ac:spMk id="28" creationId="{1D26184B-409E-5755-8FCC-F9DF13B7D8FC}"/>
          </ac:spMkLst>
        </pc:spChg>
        <pc:spChg chg="add mod">
          <ac:chgData name="Sarvesh Joshi" userId="967974f4937ce335" providerId="LiveId" clId="{82D24E87-E234-4743-91AA-88A7C6A45B24}" dt="2026-06-15T15:10:21.596" v="13921" actId="1076"/>
          <ac:spMkLst>
            <pc:docMk/>
            <pc:sldMk cId="2468017200" sldId="339"/>
            <ac:spMk id="35" creationId="{C177CD61-4A2B-16C2-3032-E94E0461812F}"/>
          </ac:spMkLst>
        </pc:spChg>
        <pc:spChg chg="add mod">
          <ac:chgData name="Sarvesh Joshi" userId="967974f4937ce335" providerId="LiveId" clId="{82D24E87-E234-4743-91AA-88A7C6A45B24}" dt="2026-06-15T15:11:03.430" v="13930" actId="1076"/>
          <ac:spMkLst>
            <pc:docMk/>
            <pc:sldMk cId="2468017200" sldId="339"/>
            <ac:spMk id="37" creationId="{1FD81C82-8706-7C14-3E31-661C6A4FFDB0}"/>
          </ac:spMkLst>
        </pc:spChg>
        <pc:spChg chg="add mod">
          <ac:chgData name="Sarvesh Joshi" userId="967974f4937ce335" providerId="LiveId" clId="{82D24E87-E234-4743-91AA-88A7C6A45B24}" dt="2026-06-15T15:14:23.772" v="14027" actId="207"/>
          <ac:spMkLst>
            <pc:docMk/>
            <pc:sldMk cId="2468017200" sldId="339"/>
            <ac:spMk id="39" creationId="{FE8967A8-5F5B-E06E-F979-421546789A20}"/>
          </ac:spMkLst>
        </pc:spChg>
        <pc:spChg chg="add mod">
          <ac:chgData name="Sarvesh Joshi" userId="967974f4937ce335" providerId="LiveId" clId="{82D24E87-E234-4743-91AA-88A7C6A45B24}" dt="2026-06-15T15:19:47.123" v="14055" actId="164"/>
          <ac:spMkLst>
            <pc:docMk/>
            <pc:sldMk cId="2468017200" sldId="339"/>
            <ac:spMk id="40" creationId="{45789D2D-B99B-995A-F7B0-6E971D8C911A}"/>
          </ac:spMkLst>
        </pc:spChg>
        <pc:spChg chg="add mod">
          <ac:chgData name="Sarvesh Joshi" userId="967974f4937ce335" providerId="LiveId" clId="{82D24E87-E234-4743-91AA-88A7C6A45B24}" dt="2026-06-15T15:19:47.123" v="14055" actId="164"/>
          <ac:spMkLst>
            <pc:docMk/>
            <pc:sldMk cId="2468017200" sldId="339"/>
            <ac:spMk id="41" creationId="{AF871645-5686-2AA2-45DC-9C2397F6ABD3}"/>
          </ac:spMkLst>
        </pc:spChg>
        <pc:grpChg chg="add del mod">
          <ac:chgData name="Sarvesh Joshi" userId="967974f4937ce335" providerId="LiveId" clId="{82D24E87-E234-4743-91AA-88A7C6A45B24}" dt="2026-06-15T15:17:19.501" v="14047" actId="478"/>
          <ac:grpSpMkLst>
            <pc:docMk/>
            <pc:sldMk cId="2468017200" sldId="339"/>
            <ac:grpSpMk id="23" creationId="{72E843A4-B023-9DCD-E534-6B19F79E93CB}"/>
          </ac:grpSpMkLst>
        </pc:grpChg>
        <pc:grpChg chg="add del mod">
          <ac:chgData name="Sarvesh Joshi" userId="967974f4937ce335" providerId="LiveId" clId="{82D24E87-E234-4743-91AA-88A7C6A45B24}" dt="2026-06-15T14:52:28.185" v="13770" actId="478"/>
          <ac:grpSpMkLst>
            <pc:docMk/>
            <pc:sldMk cId="2468017200" sldId="339"/>
            <ac:grpSpMk id="24" creationId="{F83C7028-C1A1-4D57-91AE-F44017A58CF7}"/>
          </ac:grpSpMkLst>
        </pc:grpChg>
        <pc:grpChg chg="add del mod">
          <ac:chgData name="Sarvesh Joshi" userId="967974f4937ce335" providerId="LiveId" clId="{82D24E87-E234-4743-91AA-88A7C6A45B24}" dt="2026-06-15T14:38:52.051" v="13220" actId="165"/>
          <ac:grpSpMkLst>
            <pc:docMk/>
            <pc:sldMk cId="2468017200" sldId="339"/>
            <ac:grpSpMk id="27" creationId="{75131C2D-764C-C96A-1C7D-59E66A1B8AEE}"/>
          </ac:grpSpMkLst>
        </pc:grpChg>
        <pc:grpChg chg="add mod">
          <ac:chgData name="Sarvesh Joshi" userId="967974f4937ce335" providerId="LiveId" clId="{82D24E87-E234-4743-91AA-88A7C6A45B24}" dt="2026-06-15T15:19:52.368" v="14056" actId="1076"/>
          <ac:grpSpMkLst>
            <pc:docMk/>
            <pc:sldMk cId="2468017200" sldId="339"/>
            <ac:grpSpMk id="42" creationId="{3AB6B38B-74AD-DC7D-C57F-EC3E3FAD9882}"/>
          </ac:grpSpMkLst>
        </pc:grpChg>
        <pc:graphicFrameChg chg="add del mod modGraphic">
          <ac:chgData name="Sarvesh Joshi" userId="967974f4937ce335" providerId="LiveId" clId="{82D24E87-E234-4743-91AA-88A7C6A45B24}" dt="2026-06-15T13:49:29.770" v="12094" actId="478"/>
          <ac:graphicFrameMkLst>
            <pc:docMk/>
            <pc:sldMk cId="2468017200" sldId="339"/>
            <ac:graphicFrameMk id="8" creationId="{77AC8D8B-9D95-00B1-C917-E995A583AB3C}"/>
          </ac:graphicFrameMkLst>
        </pc:graphicFrameChg>
        <pc:picChg chg="add del mod">
          <ac:chgData name="Sarvesh Joshi" userId="967974f4937ce335" providerId="LiveId" clId="{82D24E87-E234-4743-91AA-88A7C6A45B24}" dt="2026-06-15T15:03:58.447" v="13839" actId="478"/>
          <ac:picMkLst>
            <pc:docMk/>
            <pc:sldMk cId="2468017200" sldId="339"/>
            <ac:picMk id="3" creationId="{3D7E1C68-07A6-85CC-B0BB-C87ED4FF4CB0}"/>
          </ac:picMkLst>
        </pc:picChg>
        <pc:picChg chg="add del mod">
          <ac:chgData name="Sarvesh Joshi" userId="967974f4937ce335" providerId="LiveId" clId="{82D24E87-E234-4743-91AA-88A7C6A45B24}" dt="2026-06-15T13:44:36.799" v="11947" actId="21"/>
          <ac:picMkLst>
            <pc:docMk/>
            <pc:sldMk cId="2468017200" sldId="339"/>
            <ac:picMk id="6" creationId="{9C5AB413-53EA-1EB9-3C34-1DA5E9120317}"/>
          </ac:picMkLst>
        </pc:picChg>
        <pc:picChg chg="add del mod">
          <ac:chgData name="Sarvesh Joshi" userId="967974f4937ce335" providerId="LiveId" clId="{82D24E87-E234-4743-91AA-88A7C6A45B24}" dt="2026-06-15T15:01:36.529" v="13838" actId="478"/>
          <ac:picMkLst>
            <pc:docMk/>
            <pc:sldMk cId="2468017200" sldId="339"/>
            <ac:picMk id="6" creationId="{CF036EE4-F67C-2DAA-2E31-50EAF0876FDB}"/>
          </ac:picMkLst>
        </pc:picChg>
        <pc:picChg chg="add del">
          <ac:chgData name="Sarvesh Joshi" userId="967974f4937ce335" providerId="LiveId" clId="{82D24E87-E234-4743-91AA-88A7C6A45B24}" dt="2026-06-15T15:04:03.360" v="13841" actId="478"/>
          <ac:picMkLst>
            <pc:docMk/>
            <pc:sldMk cId="2468017200" sldId="339"/>
            <ac:picMk id="8" creationId="{0F7637C7-3DA5-DCBE-94BE-0397756CB0FF}"/>
          </ac:picMkLst>
        </pc:picChg>
        <pc:picChg chg="add del">
          <ac:chgData name="Sarvesh Joshi" userId="967974f4937ce335" providerId="LiveId" clId="{82D24E87-E234-4743-91AA-88A7C6A45B24}" dt="2026-06-15T15:04:09.074" v="13843" actId="478"/>
          <ac:picMkLst>
            <pc:docMk/>
            <pc:sldMk cId="2468017200" sldId="339"/>
            <ac:picMk id="10" creationId="{52AFE211-F7A9-B90A-DDE3-FB44B154E24D}"/>
          </ac:picMkLst>
        </pc:picChg>
        <pc:picChg chg="add mod">
          <ac:chgData name="Sarvesh Joshi" userId="967974f4937ce335" providerId="LiveId" clId="{82D24E87-E234-4743-91AA-88A7C6A45B24}" dt="2026-06-15T15:17:12.735" v="14046" actId="14100"/>
          <ac:picMkLst>
            <pc:docMk/>
            <pc:sldMk cId="2468017200" sldId="339"/>
            <ac:picMk id="12" creationId="{4AEBB82B-EC4E-09CF-0624-C31224A9409F}"/>
          </ac:picMkLst>
        </pc:picChg>
        <pc:picChg chg="add del mod">
          <ac:chgData name="Sarvesh Joshi" userId="967974f4937ce335" providerId="LiveId" clId="{82D24E87-E234-4743-91AA-88A7C6A45B24}" dt="2026-06-15T15:07:44.046" v="13892" actId="478"/>
          <ac:picMkLst>
            <pc:docMk/>
            <pc:sldMk cId="2468017200" sldId="339"/>
            <ac:picMk id="25" creationId="{F1616F20-3D49-C41A-1E89-C6B8D9D99D28}"/>
          </ac:picMkLst>
        </pc:picChg>
        <pc:picChg chg="add del mod">
          <ac:chgData name="Sarvesh Joshi" userId="967974f4937ce335" providerId="LiveId" clId="{82D24E87-E234-4743-91AA-88A7C6A45B24}" dt="2026-06-15T15:08:05.196" v="13899" actId="478"/>
          <ac:picMkLst>
            <pc:docMk/>
            <pc:sldMk cId="2468017200" sldId="339"/>
            <ac:picMk id="26" creationId="{79E5EFB7-E8F7-8A80-D31F-6999CB82A4B8}"/>
          </ac:picMkLst>
        </pc:picChg>
        <pc:picChg chg="add del mod">
          <ac:chgData name="Sarvesh Joshi" userId="967974f4937ce335" providerId="LiveId" clId="{82D24E87-E234-4743-91AA-88A7C6A45B24}" dt="2026-06-15T15:09:05.144" v="13903" actId="22"/>
          <ac:picMkLst>
            <pc:docMk/>
            <pc:sldMk cId="2468017200" sldId="339"/>
            <ac:picMk id="29" creationId="{8DC3100B-6358-AF0B-C20E-AC55F24F673D}"/>
          </ac:picMkLst>
        </pc:picChg>
        <pc:picChg chg="add mod">
          <ac:chgData name="Sarvesh Joshi" userId="967974f4937ce335" providerId="LiveId" clId="{82D24E87-E234-4743-91AA-88A7C6A45B24}" dt="2026-06-15T15:17:10.725" v="14045" actId="14100"/>
          <ac:picMkLst>
            <pc:docMk/>
            <pc:sldMk cId="2468017200" sldId="339"/>
            <ac:picMk id="31" creationId="{9AA319B3-1C1D-D80A-83A3-180B63EF2051}"/>
          </ac:picMkLst>
        </pc:picChg>
        <pc:picChg chg="add mod">
          <ac:chgData name="Sarvesh Joshi" userId="967974f4937ce335" providerId="LiveId" clId="{82D24E87-E234-4743-91AA-88A7C6A45B24}" dt="2026-06-15T15:10:34.768" v="13926" actId="1076"/>
          <ac:picMkLst>
            <pc:docMk/>
            <pc:sldMk cId="2468017200" sldId="339"/>
            <ac:picMk id="33" creationId="{BD8A1B0B-EEB8-F7DE-639B-BAE802D1A0B2}"/>
          </ac:picMkLst>
        </pc:picChg>
        <pc:cxnChg chg="add del">
          <ac:chgData name="Sarvesh Joshi" userId="967974f4937ce335" providerId="LiveId" clId="{82D24E87-E234-4743-91AA-88A7C6A45B24}" dt="2026-06-15T15:06:46.993" v="13879" actId="11529"/>
          <ac:cxnSpMkLst>
            <pc:docMk/>
            <pc:sldMk cId="2468017200" sldId="339"/>
            <ac:cxnSpMk id="16" creationId="{50554338-D6D5-D1CA-6751-5876E7D4E11D}"/>
          </ac:cxnSpMkLst>
        </pc:cxnChg>
      </pc:sldChg>
      <pc:sldChg chg="addSp delSp modSp new del mod">
        <pc:chgData name="Sarvesh Joshi" userId="967974f4937ce335" providerId="LiveId" clId="{82D24E87-E234-4743-91AA-88A7C6A45B24}" dt="2026-06-15T13:49:44.593" v="12096" actId="27022"/>
        <pc:sldMkLst>
          <pc:docMk/>
          <pc:sldMk cId="1629703575" sldId="340"/>
        </pc:sldMkLst>
        <pc:graphicFrameChg chg="add del modGraphic">
          <ac:chgData name="Sarvesh Joshi" userId="967974f4937ce335" providerId="LiveId" clId="{82D24E87-E234-4743-91AA-88A7C6A45B24}" dt="2026-06-15T13:49:44.593" v="12096" actId="27022"/>
          <ac:graphicFrameMkLst>
            <pc:docMk/>
            <pc:sldMk cId="1629703575" sldId="340"/>
            <ac:graphicFrameMk id="5" creationId="{4C739AA0-26A7-84D2-2199-77E6B7FE285B}"/>
          </ac:graphicFrameMkLst>
        </pc:graphicFrameChg>
      </pc:sldChg>
      <pc:sldChg chg="del">
        <pc:chgData name="Sarvesh Joshi" userId="967974f4937ce335" providerId="LiveId" clId="{82D24E87-E234-4743-91AA-88A7C6A45B24}" dt="2026-06-15T15:18:56.065" v="14049" actId="47"/>
        <pc:sldMkLst>
          <pc:docMk/>
          <pc:sldMk cId="1274246978" sldId="341"/>
        </pc:sldMkLst>
      </pc:sldChg>
      <pc:sldChg chg="addSp new del mod">
        <pc:chgData name="Sarvesh Joshi" userId="967974f4937ce335" providerId="LiveId" clId="{82D24E87-E234-4743-91AA-88A7C6A45B24}" dt="2026-06-15T15:18:57.627" v="14050" actId="47"/>
        <pc:sldMkLst>
          <pc:docMk/>
          <pc:sldMk cId="3619151262" sldId="342"/>
        </pc:sldMkLst>
        <pc:spChg chg="add">
          <ac:chgData name="Sarvesh Joshi" userId="967974f4937ce335" providerId="LiveId" clId="{82D24E87-E234-4743-91AA-88A7C6A45B24}" dt="2026-06-15T14:53:09.493" v="13777" actId="22"/>
          <ac:spMkLst>
            <pc:docMk/>
            <pc:sldMk cId="3619151262" sldId="342"/>
            <ac:spMk id="3" creationId="{92A3DAE1-B298-8E1A-C1EA-264EABFE24DD}"/>
          </ac:spMkLst>
        </pc:spChg>
      </pc:sldChg>
    </pc:docChg>
  </pc:docChgLst>
  <pc:docChgLst>
    <pc:chgData name="Guest User" providerId="Windows Live" clId="Web-{98605DF6-3CAB-97EB-685F-A057F77DF453}"/>
    <pc:docChg chg="addSld delSld modSld modSection">
      <pc:chgData name="Guest User" userId="" providerId="Windows Live" clId="Web-{98605DF6-3CAB-97EB-685F-A057F77DF453}" dt="2026-06-15T14:48:53.785" v="13"/>
      <pc:docMkLst>
        <pc:docMk/>
      </pc:docMkLst>
      <pc:sldChg chg="modSp">
        <pc:chgData name="Guest User" userId="" providerId="Windows Live" clId="Web-{98605DF6-3CAB-97EB-685F-A057F77DF453}" dt="2026-06-15T14:48:23.534" v="10" actId="1076"/>
        <pc:sldMkLst>
          <pc:docMk/>
          <pc:sldMk cId="2468017200" sldId="339"/>
        </pc:sldMkLst>
        <pc:spChg chg="mod">
          <ac:chgData name="Guest User" userId="" providerId="Windows Live" clId="Web-{98605DF6-3CAB-97EB-685F-A057F77DF453}" dt="2026-06-15T14:48:09.049" v="6" actId="1076"/>
          <ac:spMkLst>
            <pc:docMk/>
            <pc:sldMk cId="2468017200" sldId="339"/>
            <ac:spMk id="13" creationId="{EAC8F6B3-67E1-1AF0-4905-259E200B1C9B}"/>
          </ac:spMkLst>
        </pc:spChg>
        <pc:spChg chg="mod">
          <ac:chgData name="Guest User" userId="" providerId="Windows Live" clId="Web-{98605DF6-3CAB-97EB-685F-A057F77DF453}" dt="2026-06-15T14:48:13.142" v="7" actId="1076"/>
          <ac:spMkLst>
            <pc:docMk/>
            <pc:sldMk cId="2468017200" sldId="339"/>
            <ac:spMk id="15" creationId="{CDCDE418-E761-FD5B-3834-838DF963F2F7}"/>
          </ac:spMkLst>
        </pc:spChg>
        <pc:spChg chg="mod">
          <ac:chgData name="Guest User" userId="" providerId="Windows Live" clId="Web-{98605DF6-3CAB-97EB-685F-A057F77DF453}" dt="2026-06-15T14:48:16.971" v="8" actId="1076"/>
          <ac:spMkLst>
            <pc:docMk/>
            <pc:sldMk cId="2468017200" sldId="339"/>
            <ac:spMk id="17" creationId="{40B2FD56-A3EB-0A74-4DCD-9F6E1070E528}"/>
          </ac:spMkLst>
        </pc:spChg>
        <pc:spChg chg="mod">
          <ac:chgData name="Guest User" userId="" providerId="Windows Live" clId="Web-{98605DF6-3CAB-97EB-685F-A057F77DF453}" dt="2026-06-15T14:48:23.518" v="9" actId="1076"/>
          <ac:spMkLst>
            <pc:docMk/>
            <pc:sldMk cId="2468017200" sldId="339"/>
            <ac:spMk id="18" creationId="{CF981DAF-67F7-33E6-E130-0294911B34F1}"/>
          </ac:spMkLst>
        </pc:spChg>
        <pc:spChg chg="mod">
          <ac:chgData name="Guest User" userId="" providerId="Windows Live" clId="Web-{98605DF6-3CAB-97EB-685F-A057F77DF453}" dt="2026-06-15T14:48:23.534" v="10" actId="1076"/>
          <ac:spMkLst>
            <pc:docMk/>
            <pc:sldMk cId="2468017200" sldId="339"/>
            <ac:spMk id="19" creationId="{10615FE0-9172-ED30-61F7-8BE567A65407}"/>
          </ac:spMkLst>
        </pc:spChg>
        <pc:spChg chg="mod">
          <ac:chgData name="Guest User" userId="" providerId="Windows Live" clId="Web-{98605DF6-3CAB-97EB-685F-A057F77DF453}" dt="2026-06-15T14:47:51.970" v="2" actId="14100"/>
          <ac:spMkLst>
            <pc:docMk/>
            <pc:sldMk cId="2468017200" sldId="339"/>
            <ac:spMk id="21" creationId="{A4964AE4-12FF-180B-2A1D-3C2E4130568B}"/>
          </ac:spMkLst>
        </pc:spChg>
        <pc:spChg chg="mod">
          <ac:chgData name="Guest User" userId="" providerId="Windows Live" clId="Web-{98605DF6-3CAB-97EB-685F-A057F77DF453}" dt="2026-06-15T14:48:05.142" v="5" actId="14100"/>
          <ac:spMkLst>
            <pc:docMk/>
            <pc:sldMk cId="2468017200" sldId="339"/>
            <ac:spMk id="28" creationId="{1D26184B-409E-5755-8FCC-F9DF13B7D8FC}"/>
          </ac:spMkLst>
        </pc:spChg>
      </pc:sldChg>
      <pc:sldChg chg="new del">
        <pc:chgData name="Guest User" userId="" providerId="Windows Live" clId="Web-{98605DF6-3CAB-97EB-685F-A057F77DF453}" dt="2026-06-15T14:48:53.785" v="13"/>
        <pc:sldMkLst>
          <pc:docMk/>
          <pc:sldMk cId="3259660272" sldId="340"/>
        </pc:sldMkLst>
      </pc:sldChg>
      <pc:sldChg chg="add replId">
        <pc:chgData name="Guest User" userId="" providerId="Windows Live" clId="Web-{98605DF6-3CAB-97EB-685F-A057F77DF453}" dt="2026-06-15T14:48:45.847" v="12"/>
        <pc:sldMkLst>
          <pc:docMk/>
          <pc:sldMk cId="1274246978" sldId="341"/>
        </pc:sldMkLst>
      </pc:sldChg>
    </pc:docChg>
  </pc:docChgLst>
  <pc:docChgLst>
    <pc:chgData name="Guest User" providerId="Windows Live" clId="Web-{5676FC1D-6846-9494-6915-FA936466B17B}"/>
    <pc:docChg chg="addSld delSld modSld">
      <pc:chgData name="Guest User" userId="" providerId="Windows Live" clId="Web-{5676FC1D-6846-9494-6915-FA936466B17B}" dt="2026-06-14T10:59:30.232" v="190"/>
      <pc:docMkLst>
        <pc:docMk/>
      </pc:docMkLst>
      <pc:sldChg chg="addSp delSp addAnim delAnim">
        <pc:chgData name="Guest User" userId="" providerId="Windows Live" clId="Web-{5676FC1D-6846-9494-6915-FA936466B17B}" dt="2026-06-14T10:59:18.232" v="138"/>
        <pc:sldMkLst>
          <pc:docMk/>
          <pc:sldMk cId="3491391610" sldId="330"/>
        </pc:sldMkLst>
        <pc:spChg chg="add del">
          <ac:chgData name="Guest User" userId="" providerId="Windows Live" clId="Web-{5676FC1D-6846-9494-6915-FA936466B17B}" dt="2026-06-14T10:59:18.232" v="138"/>
          <ac:spMkLst>
            <pc:docMk/>
            <pc:sldMk cId="3491391610" sldId="330"/>
            <ac:spMk id="8" creationId="{B256A5A0-1F5C-8BE9-AFAB-7FB35F35064F}"/>
          </ac:spMkLst>
        </pc:spChg>
        <pc:spChg chg="add del">
          <ac:chgData name="Guest User" userId="" providerId="Windows Live" clId="Web-{5676FC1D-6846-9494-6915-FA936466B17B}" dt="2026-06-14T10:59:18.232" v="137"/>
          <ac:spMkLst>
            <pc:docMk/>
            <pc:sldMk cId="3491391610" sldId="330"/>
            <ac:spMk id="10" creationId="{287EDB91-897F-557F-D911-C6ADF0B55EC9}"/>
          </ac:spMkLst>
        </pc:spChg>
        <pc:spChg chg="add del">
          <ac:chgData name="Guest User" userId="" providerId="Windows Live" clId="Web-{5676FC1D-6846-9494-6915-FA936466B17B}" dt="2026-06-14T10:59:18.232" v="136"/>
          <ac:spMkLst>
            <pc:docMk/>
            <pc:sldMk cId="3491391610" sldId="330"/>
            <ac:spMk id="12" creationId="{3B678E0F-914F-4AE5-ABCB-179139A83C1C}"/>
          </ac:spMkLst>
        </pc:spChg>
        <pc:spChg chg="add del">
          <ac:chgData name="Guest User" userId="" providerId="Windows Live" clId="Web-{5676FC1D-6846-9494-6915-FA936466B17B}" dt="2026-06-14T10:59:18.232" v="135"/>
          <ac:spMkLst>
            <pc:docMk/>
            <pc:sldMk cId="3491391610" sldId="330"/>
            <ac:spMk id="14" creationId="{6995EC9F-B073-38E4-0E60-A8115F0DDEA8}"/>
          </ac:spMkLst>
        </pc:spChg>
        <pc:spChg chg="add del">
          <ac:chgData name="Guest User" userId="" providerId="Windows Live" clId="Web-{5676FC1D-6846-9494-6915-FA936466B17B}" dt="2026-06-14T10:59:18.232" v="134"/>
          <ac:spMkLst>
            <pc:docMk/>
            <pc:sldMk cId="3491391610" sldId="330"/>
            <ac:spMk id="16" creationId="{30A5BD88-F4FD-BC40-B051-176A491ACB16}"/>
          </ac:spMkLst>
        </pc:spChg>
        <pc:spChg chg="add del">
          <ac:chgData name="Guest User" userId="" providerId="Windows Live" clId="Web-{5676FC1D-6846-9494-6915-FA936466B17B}" dt="2026-06-14T10:59:18.232" v="133"/>
          <ac:spMkLst>
            <pc:docMk/>
            <pc:sldMk cId="3491391610" sldId="330"/>
            <ac:spMk id="18" creationId="{061FC697-C760-F3E3-697D-4AF92292023D}"/>
          </ac:spMkLst>
        </pc:spChg>
        <pc:spChg chg="add del">
          <ac:chgData name="Guest User" userId="" providerId="Windows Live" clId="Web-{5676FC1D-6846-9494-6915-FA936466B17B}" dt="2026-06-14T10:59:18.232" v="132"/>
          <ac:spMkLst>
            <pc:docMk/>
            <pc:sldMk cId="3491391610" sldId="330"/>
            <ac:spMk id="20" creationId="{F1779105-DD2F-2AF1-34B1-F5175597D583}"/>
          </ac:spMkLst>
        </pc:spChg>
        <pc:spChg chg="add del">
          <ac:chgData name="Guest User" userId="" providerId="Windows Live" clId="Web-{5676FC1D-6846-9494-6915-FA936466B17B}" dt="2026-06-14T10:59:18.232" v="131"/>
          <ac:spMkLst>
            <pc:docMk/>
            <pc:sldMk cId="3491391610" sldId="330"/>
            <ac:spMk id="22" creationId="{719875AE-E80A-906A-C299-EC89C452FB7E}"/>
          </ac:spMkLst>
        </pc:spChg>
        <pc:spChg chg="add del">
          <ac:chgData name="Guest User" userId="" providerId="Windows Live" clId="Web-{5676FC1D-6846-9494-6915-FA936466B17B}" dt="2026-06-14T10:59:18.232" v="130"/>
          <ac:spMkLst>
            <pc:docMk/>
            <pc:sldMk cId="3491391610" sldId="330"/>
            <ac:spMk id="24" creationId="{5BB1DEA6-7559-9A2B-6FB2-B7527B431687}"/>
          </ac:spMkLst>
        </pc:spChg>
        <pc:spChg chg="add del">
          <ac:chgData name="Guest User" userId="" providerId="Windows Live" clId="Web-{5676FC1D-6846-9494-6915-FA936466B17B}" dt="2026-06-14T10:59:18.232" v="129"/>
          <ac:spMkLst>
            <pc:docMk/>
            <pc:sldMk cId="3491391610" sldId="330"/>
            <ac:spMk id="26" creationId="{4FDEBF70-DC1E-5A75-2934-48066BC49744}"/>
          </ac:spMkLst>
        </pc:spChg>
        <pc:spChg chg="add del">
          <ac:chgData name="Guest User" userId="" providerId="Windows Live" clId="Web-{5676FC1D-6846-9494-6915-FA936466B17B}" dt="2026-06-14T10:59:18.232" v="128"/>
          <ac:spMkLst>
            <pc:docMk/>
            <pc:sldMk cId="3491391610" sldId="330"/>
            <ac:spMk id="28" creationId="{AC5BA26B-F422-5818-1243-61D7804C63BE}"/>
          </ac:spMkLst>
        </pc:spChg>
        <pc:spChg chg="add del">
          <ac:chgData name="Guest User" userId="" providerId="Windows Live" clId="Web-{5676FC1D-6846-9494-6915-FA936466B17B}" dt="2026-06-14T10:59:18.232" v="127"/>
          <ac:spMkLst>
            <pc:docMk/>
            <pc:sldMk cId="3491391610" sldId="330"/>
            <ac:spMk id="30" creationId="{597DDE78-FEDE-2D81-A2A0-B4FAB8D391E7}"/>
          </ac:spMkLst>
        </pc:spChg>
        <pc:spChg chg="add del">
          <ac:chgData name="Guest User" userId="" providerId="Windows Live" clId="Web-{5676FC1D-6846-9494-6915-FA936466B17B}" dt="2026-06-14T10:59:18.232" v="126"/>
          <ac:spMkLst>
            <pc:docMk/>
            <pc:sldMk cId="3491391610" sldId="330"/>
            <ac:spMk id="32" creationId="{DF235FC1-2FC6-CD5F-CEE3-E073BCC2BE37}"/>
          </ac:spMkLst>
        </pc:spChg>
        <pc:spChg chg="add del">
          <ac:chgData name="Guest User" userId="" providerId="Windows Live" clId="Web-{5676FC1D-6846-9494-6915-FA936466B17B}" dt="2026-06-14T10:59:18.232" v="125"/>
          <ac:spMkLst>
            <pc:docMk/>
            <pc:sldMk cId="3491391610" sldId="330"/>
            <ac:spMk id="34" creationId="{CE6503BF-398F-31C0-B8E2-69564CBC0EE6}"/>
          </ac:spMkLst>
        </pc:spChg>
        <pc:spChg chg="add del">
          <ac:chgData name="Guest User" userId="" providerId="Windows Live" clId="Web-{5676FC1D-6846-9494-6915-FA936466B17B}" dt="2026-06-14T10:59:18.232" v="124"/>
          <ac:spMkLst>
            <pc:docMk/>
            <pc:sldMk cId="3491391610" sldId="330"/>
            <ac:spMk id="36" creationId="{FA5E5EBD-8423-F4C9-6617-D7DF5177675F}"/>
          </ac:spMkLst>
        </pc:spChg>
        <pc:spChg chg="add del">
          <ac:chgData name="Guest User" userId="" providerId="Windows Live" clId="Web-{5676FC1D-6846-9494-6915-FA936466B17B}" dt="2026-06-14T10:59:18.232" v="123"/>
          <ac:spMkLst>
            <pc:docMk/>
            <pc:sldMk cId="3491391610" sldId="330"/>
            <ac:spMk id="38" creationId="{F2C7C994-8607-BAB4-6D68-19DDF918F104}"/>
          </ac:spMkLst>
        </pc:spChg>
        <pc:spChg chg="add del">
          <ac:chgData name="Guest User" userId="" providerId="Windows Live" clId="Web-{5676FC1D-6846-9494-6915-FA936466B17B}" dt="2026-06-14T10:59:18.232" v="122"/>
          <ac:spMkLst>
            <pc:docMk/>
            <pc:sldMk cId="3491391610" sldId="330"/>
            <ac:spMk id="40" creationId="{CA89825D-A46C-D8DA-1A89-3B1F66D11E80}"/>
          </ac:spMkLst>
        </pc:spChg>
        <pc:spChg chg="add del">
          <ac:chgData name="Guest User" userId="" providerId="Windows Live" clId="Web-{5676FC1D-6846-9494-6915-FA936466B17B}" dt="2026-06-14T10:59:18.216" v="120"/>
          <ac:spMkLst>
            <pc:docMk/>
            <pc:sldMk cId="3491391610" sldId="330"/>
            <ac:spMk id="46" creationId="{A84F8FB7-865E-B5DE-3E15-C36FCB4B4E8B}"/>
          </ac:spMkLst>
        </pc:spChg>
        <pc:spChg chg="add del">
          <ac:chgData name="Guest User" userId="" providerId="Windows Live" clId="Web-{5676FC1D-6846-9494-6915-FA936466B17B}" dt="2026-06-14T10:59:18.216" v="119"/>
          <ac:spMkLst>
            <pc:docMk/>
            <pc:sldMk cId="3491391610" sldId="330"/>
            <ac:spMk id="48" creationId="{59132381-AAE3-9A0B-7E8B-39B4EAC2FE9F}"/>
          </ac:spMkLst>
        </pc:spChg>
        <pc:spChg chg="add del">
          <ac:chgData name="Guest User" userId="" providerId="Windows Live" clId="Web-{5676FC1D-6846-9494-6915-FA936466B17B}" dt="2026-06-14T10:59:18.216" v="118"/>
          <ac:spMkLst>
            <pc:docMk/>
            <pc:sldMk cId="3491391610" sldId="330"/>
            <ac:spMk id="50" creationId="{202F8258-2814-AE6A-E6B6-5F50E21DD64A}"/>
          </ac:spMkLst>
        </pc:spChg>
        <pc:spChg chg="add del">
          <ac:chgData name="Guest User" userId="" providerId="Windows Live" clId="Web-{5676FC1D-6846-9494-6915-FA936466B17B}" dt="2026-06-14T10:59:18.216" v="117"/>
          <ac:spMkLst>
            <pc:docMk/>
            <pc:sldMk cId="3491391610" sldId="330"/>
            <ac:spMk id="52" creationId="{94467B25-B229-7407-C33B-6836ED1FEE7C}"/>
          </ac:spMkLst>
        </pc:spChg>
        <pc:spChg chg="add del">
          <ac:chgData name="Guest User" userId="" providerId="Windows Live" clId="Web-{5676FC1D-6846-9494-6915-FA936466B17B}" dt="2026-06-14T10:59:18.216" v="116"/>
          <ac:spMkLst>
            <pc:docMk/>
            <pc:sldMk cId="3491391610" sldId="330"/>
            <ac:spMk id="54" creationId="{64B50C53-AD97-0A46-3DA0-20F542501B73}"/>
          </ac:spMkLst>
        </pc:spChg>
        <pc:spChg chg="add del">
          <ac:chgData name="Guest User" userId="" providerId="Windows Live" clId="Web-{5676FC1D-6846-9494-6915-FA936466B17B}" dt="2026-06-14T10:59:18.216" v="115"/>
          <ac:spMkLst>
            <pc:docMk/>
            <pc:sldMk cId="3491391610" sldId="330"/>
            <ac:spMk id="56" creationId="{3FDCD733-7F7F-6249-CE04-96A1DAC47A52}"/>
          </ac:spMkLst>
        </pc:spChg>
        <pc:spChg chg="add del">
          <ac:chgData name="Guest User" userId="" providerId="Windows Live" clId="Web-{5676FC1D-6846-9494-6915-FA936466B17B}" dt="2026-06-14T10:59:18.216" v="113"/>
          <ac:spMkLst>
            <pc:docMk/>
            <pc:sldMk cId="3491391610" sldId="330"/>
            <ac:spMk id="64" creationId="{B4F05923-1308-9CDF-31D1-C4F1D40324A7}"/>
          </ac:spMkLst>
        </pc:spChg>
        <pc:spChg chg="add del">
          <ac:chgData name="Guest User" userId="" providerId="Windows Live" clId="Web-{5676FC1D-6846-9494-6915-FA936466B17B}" dt="2026-06-14T10:59:18.216" v="112"/>
          <ac:spMkLst>
            <pc:docMk/>
            <pc:sldMk cId="3491391610" sldId="330"/>
            <ac:spMk id="66" creationId="{943C376B-8E02-B8D8-3D44-68B38D6F4F81}"/>
          </ac:spMkLst>
        </pc:spChg>
        <pc:spChg chg="add del">
          <ac:chgData name="Guest User" userId="" providerId="Windows Live" clId="Web-{5676FC1D-6846-9494-6915-FA936466B17B}" dt="2026-06-14T10:59:18.216" v="111"/>
          <ac:spMkLst>
            <pc:docMk/>
            <pc:sldMk cId="3491391610" sldId="330"/>
            <ac:spMk id="68" creationId="{EF793E4B-06AD-BF7C-9D3D-D5AEBBAF2E15}"/>
          </ac:spMkLst>
        </pc:spChg>
        <pc:spChg chg="add del">
          <ac:chgData name="Guest User" userId="" providerId="Windows Live" clId="Web-{5676FC1D-6846-9494-6915-FA936466B17B}" dt="2026-06-14T10:59:18.216" v="110"/>
          <ac:spMkLst>
            <pc:docMk/>
            <pc:sldMk cId="3491391610" sldId="330"/>
            <ac:spMk id="70" creationId="{F69ACF14-F65C-28D9-04FC-35CF5C5436CB}"/>
          </ac:spMkLst>
        </pc:spChg>
        <pc:spChg chg="add del">
          <ac:chgData name="Guest User" userId="" providerId="Windows Live" clId="Web-{5676FC1D-6846-9494-6915-FA936466B17B}" dt="2026-06-14T10:59:18.216" v="109"/>
          <ac:spMkLst>
            <pc:docMk/>
            <pc:sldMk cId="3491391610" sldId="330"/>
            <ac:spMk id="72" creationId="{1F74A5C7-DD7F-8F46-0C74-988B38B0F72A}"/>
          </ac:spMkLst>
        </pc:spChg>
        <pc:spChg chg="add del">
          <ac:chgData name="Guest User" userId="" providerId="Windows Live" clId="Web-{5676FC1D-6846-9494-6915-FA936466B17B}" dt="2026-06-14T10:59:18.216" v="105"/>
          <ac:spMkLst>
            <pc:docMk/>
            <pc:sldMk cId="3491391610" sldId="330"/>
            <ac:spMk id="92" creationId="{7C271EC3-675D-E542-9696-39EC07626E31}"/>
          </ac:spMkLst>
        </pc:spChg>
        <pc:spChg chg="add del">
          <ac:chgData name="Guest User" userId="" providerId="Windows Live" clId="Web-{5676FC1D-6846-9494-6915-FA936466B17B}" dt="2026-06-14T10:59:18.216" v="104"/>
          <ac:spMkLst>
            <pc:docMk/>
            <pc:sldMk cId="3491391610" sldId="330"/>
            <ac:spMk id="94" creationId="{D59926AF-E877-174B-FD38-D70DB14E55E3}"/>
          </ac:spMkLst>
        </pc:spChg>
        <pc:spChg chg="add del">
          <ac:chgData name="Guest User" userId="" providerId="Windows Live" clId="Web-{5676FC1D-6846-9494-6915-FA936466B17B}" dt="2026-06-14T10:59:18.216" v="103"/>
          <ac:spMkLst>
            <pc:docMk/>
            <pc:sldMk cId="3491391610" sldId="330"/>
            <ac:spMk id="96" creationId="{1C1FC83E-8729-846E-F831-A65373D49CDA}"/>
          </ac:spMkLst>
        </pc:spChg>
        <pc:spChg chg="add del">
          <ac:chgData name="Guest User" userId="" providerId="Windows Live" clId="Web-{5676FC1D-6846-9494-6915-FA936466B17B}" dt="2026-06-14T10:59:18.216" v="102"/>
          <ac:spMkLst>
            <pc:docMk/>
            <pc:sldMk cId="3491391610" sldId="330"/>
            <ac:spMk id="98" creationId="{AFDA4CB5-CF04-298D-F372-527ABBA20446}"/>
          </ac:spMkLst>
        </pc:spChg>
        <pc:spChg chg="add del">
          <ac:chgData name="Guest User" userId="" providerId="Windows Live" clId="Web-{5676FC1D-6846-9494-6915-FA936466B17B}" dt="2026-06-14T10:59:18.216" v="101"/>
          <ac:spMkLst>
            <pc:docMk/>
            <pc:sldMk cId="3491391610" sldId="330"/>
            <ac:spMk id="100" creationId="{F59452AF-FC92-1070-8880-172B650D7ACB}"/>
          </ac:spMkLst>
        </pc:spChg>
        <pc:spChg chg="add del">
          <ac:chgData name="Guest User" userId="" providerId="Windows Live" clId="Web-{5676FC1D-6846-9494-6915-FA936466B17B}" dt="2026-06-14T10:59:18.216" v="100"/>
          <ac:spMkLst>
            <pc:docMk/>
            <pc:sldMk cId="3491391610" sldId="330"/>
            <ac:spMk id="102" creationId="{AE251305-2CED-1562-B634-D0F3EE070B73}"/>
          </ac:spMkLst>
        </pc:spChg>
        <pc:spChg chg="add del">
          <ac:chgData name="Guest User" userId="" providerId="Windows Live" clId="Web-{5676FC1D-6846-9494-6915-FA936466B17B}" dt="2026-06-14T10:59:18.216" v="99"/>
          <ac:spMkLst>
            <pc:docMk/>
            <pc:sldMk cId="3491391610" sldId="330"/>
            <ac:spMk id="104" creationId="{DF4D8E37-EF44-B057-2581-CF1554140A10}"/>
          </ac:spMkLst>
        </pc:spChg>
        <pc:spChg chg="add del">
          <ac:chgData name="Guest User" userId="" providerId="Windows Live" clId="Web-{5676FC1D-6846-9494-6915-FA936466B17B}" dt="2026-06-14T10:59:18.216" v="98"/>
          <ac:spMkLst>
            <pc:docMk/>
            <pc:sldMk cId="3491391610" sldId="330"/>
            <ac:spMk id="106" creationId="{7C70E690-5615-CEA0-7DF0-C7D5CF3680AF}"/>
          </ac:spMkLst>
        </pc:spChg>
        <pc:spChg chg="add del">
          <ac:chgData name="Guest User" userId="" providerId="Windows Live" clId="Web-{5676FC1D-6846-9494-6915-FA936466B17B}" dt="2026-06-14T10:59:18.216" v="97"/>
          <ac:spMkLst>
            <pc:docMk/>
            <pc:sldMk cId="3491391610" sldId="330"/>
            <ac:spMk id="108" creationId="{5D0DAB0B-944B-651C-0EB7-46A3C14AAA6B}"/>
          </ac:spMkLst>
        </pc:spChg>
        <pc:spChg chg="add del">
          <ac:chgData name="Guest User" userId="" providerId="Windows Live" clId="Web-{5676FC1D-6846-9494-6915-FA936466B17B}" dt="2026-06-14T10:59:18.216" v="96"/>
          <ac:spMkLst>
            <pc:docMk/>
            <pc:sldMk cId="3491391610" sldId="330"/>
            <ac:spMk id="110" creationId="{15D9984D-1BF1-F909-6AB0-C70FDE65483D}"/>
          </ac:spMkLst>
        </pc:spChg>
        <pc:spChg chg="add del">
          <ac:chgData name="Guest User" userId="" providerId="Windows Live" clId="Web-{5676FC1D-6846-9494-6915-FA936466B17B}" dt="2026-06-14T10:59:18.216" v="95"/>
          <ac:spMkLst>
            <pc:docMk/>
            <pc:sldMk cId="3491391610" sldId="330"/>
            <ac:spMk id="112" creationId="{026113D0-AA0B-6CD9-FAD3-45C282A1F998}"/>
          </ac:spMkLst>
        </pc:spChg>
        <pc:spChg chg="add del">
          <ac:chgData name="Guest User" userId="" providerId="Windows Live" clId="Web-{5676FC1D-6846-9494-6915-FA936466B17B}" dt="2026-06-14T10:59:18.216" v="94"/>
          <ac:spMkLst>
            <pc:docMk/>
            <pc:sldMk cId="3491391610" sldId="330"/>
            <ac:spMk id="114" creationId="{47D78432-899B-3CDF-69C3-D8741DC7C402}"/>
          </ac:spMkLst>
        </pc:spChg>
        <pc:spChg chg="add del">
          <ac:chgData name="Guest User" userId="" providerId="Windows Live" clId="Web-{5676FC1D-6846-9494-6915-FA936466B17B}" dt="2026-06-14T10:59:18.216" v="93"/>
          <ac:spMkLst>
            <pc:docMk/>
            <pc:sldMk cId="3491391610" sldId="330"/>
            <ac:spMk id="116" creationId="{083D6567-830C-2140-A1A0-03AA5E90CDAB}"/>
          </ac:spMkLst>
        </pc:spChg>
        <pc:spChg chg="add del">
          <ac:chgData name="Guest User" userId="" providerId="Windows Live" clId="Web-{5676FC1D-6846-9494-6915-FA936466B17B}" dt="2026-06-14T10:59:18.216" v="92"/>
          <ac:spMkLst>
            <pc:docMk/>
            <pc:sldMk cId="3491391610" sldId="330"/>
            <ac:spMk id="118" creationId="{28047D18-4469-62EF-8B47-323881224299}"/>
          </ac:spMkLst>
        </pc:spChg>
        <pc:spChg chg="add del">
          <ac:chgData name="Guest User" userId="" providerId="Windows Live" clId="Web-{5676FC1D-6846-9494-6915-FA936466B17B}" dt="2026-06-14T10:59:18.216" v="91"/>
          <ac:spMkLst>
            <pc:docMk/>
            <pc:sldMk cId="3491391610" sldId="330"/>
            <ac:spMk id="120" creationId="{520CE269-B7E8-928E-65CA-E235F7A122F6}"/>
          </ac:spMkLst>
        </pc:spChg>
        <pc:spChg chg="add del">
          <ac:chgData name="Guest User" userId="" providerId="Windows Live" clId="Web-{5676FC1D-6846-9494-6915-FA936466B17B}" dt="2026-06-14T10:59:18.216" v="90"/>
          <ac:spMkLst>
            <pc:docMk/>
            <pc:sldMk cId="3491391610" sldId="330"/>
            <ac:spMk id="122" creationId="{E68B6F2D-4B77-D7D3-856C-A637E8E56CF0}"/>
          </ac:spMkLst>
        </pc:spChg>
        <pc:spChg chg="add del">
          <ac:chgData name="Guest User" userId="" providerId="Windows Live" clId="Web-{5676FC1D-6846-9494-6915-FA936466B17B}" dt="2026-06-14T10:59:18.216" v="89"/>
          <ac:spMkLst>
            <pc:docMk/>
            <pc:sldMk cId="3491391610" sldId="330"/>
            <ac:spMk id="124" creationId="{4FDBB2FF-5D95-9CCC-38D7-6E992CF6D7A6}"/>
          </ac:spMkLst>
        </pc:spChg>
        <pc:spChg chg="add del">
          <ac:chgData name="Guest User" userId="" providerId="Windows Live" clId="Web-{5676FC1D-6846-9494-6915-FA936466B17B}" dt="2026-06-14T10:59:18.216" v="88"/>
          <ac:spMkLst>
            <pc:docMk/>
            <pc:sldMk cId="3491391610" sldId="330"/>
            <ac:spMk id="126" creationId="{B9121361-99F8-4BE0-9BD8-AA966B59C3F2}"/>
          </ac:spMkLst>
        </pc:spChg>
        <pc:spChg chg="add del">
          <ac:chgData name="Guest User" userId="" providerId="Windows Live" clId="Web-{5676FC1D-6846-9494-6915-FA936466B17B}" dt="2026-06-14T10:59:18.216" v="87"/>
          <ac:spMkLst>
            <pc:docMk/>
            <pc:sldMk cId="3491391610" sldId="330"/>
            <ac:spMk id="128" creationId="{0837D5D0-A5D4-8B5D-6CF5-F58FD0284F85}"/>
          </ac:spMkLst>
        </pc:spChg>
        <pc:grpChg chg="add del">
          <ac:chgData name="Guest User" userId="" providerId="Windows Live" clId="Web-{5676FC1D-6846-9494-6915-FA936466B17B}" dt="2026-06-14T10:59:18.216" v="121"/>
          <ac:grpSpMkLst>
            <pc:docMk/>
            <pc:sldMk cId="3491391610" sldId="330"/>
            <ac:grpSpMk id="44" creationId="{8E1F64C0-1BC6-5299-28A8-BDF55FA6C47C}"/>
          </ac:grpSpMkLst>
        </pc:grpChg>
        <pc:grpChg chg="add del">
          <ac:chgData name="Guest User" userId="" providerId="Windows Live" clId="Web-{5676FC1D-6846-9494-6915-FA936466B17B}" dt="2026-06-14T10:59:18.216" v="114"/>
          <ac:grpSpMkLst>
            <pc:docMk/>
            <pc:sldMk cId="3491391610" sldId="330"/>
            <ac:grpSpMk id="62" creationId="{87746FF2-A196-AC87-7426-D00234F777A7}"/>
          </ac:grpSpMkLst>
        </pc:grpChg>
        <pc:grpChg chg="add del">
          <ac:chgData name="Guest User" userId="" providerId="Windows Live" clId="Web-{5676FC1D-6846-9494-6915-FA936466B17B}" dt="2026-06-14T10:59:18.216" v="108"/>
          <ac:grpSpMkLst>
            <pc:docMk/>
            <pc:sldMk cId="3491391610" sldId="330"/>
            <ac:grpSpMk id="78" creationId="{1F84C133-C8A0-B4A0-0DCD-81521C374C33}"/>
          </ac:grpSpMkLst>
        </pc:grpChg>
        <pc:grpChg chg="add del">
          <ac:chgData name="Guest User" userId="" providerId="Windows Live" clId="Web-{5676FC1D-6846-9494-6915-FA936466B17B}" dt="2026-06-14T10:59:18.216" v="107"/>
          <ac:grpSpMkLst>
            <pc:docMk/>
            <pc:sldMk cId="3491391610" sldId="330"/>
            <ac:grpSpMk id="84" creationId="{F47B4E11-1860-95FF-4134-64F3FBD2C5A0}"/>
          </ac:grpSpMkLst>
        </pc:grpChg>
        <pc:grpChg chg="add del">
          <ac:chgData name="Guest User" userId="" providerId="Windows Live" clId="Web-{5676FC1D-6846-9494-6915-FA936466B17B}" dt="2026-06-14T10:59:18.216" v="106"/>
          <ac:grpSpMkLst>
            <pc:docMk/>
            <pc:sldMk cId="3491391610" sldId="330"/>
            <ac:grpSpMk id="90" creationId="{D57BC5EF-7916-7B6A-F627-65A076935EAA}"/>
          </ac:grpSpMkLst>
        </pc:grpChg>
      </pc:sldChg>
      <pc:sldChg chg="addSp delSp modSp">
        <pc:chgData name="Guest User" userId="" providerId="Windows Live" clId="Web-{5676FC1D-6846-9494-6915-FA936466B17B}" dt="2026-06-14T10:46:08.524" v="1"/>
        <pc:sldMkLst>
          <pc:docMk/>
          <pc:sldMk cId="1479007258" sldId="331"/>
        </pc:sldMkLst>
        <pc:picChg chg="add del mod">
          <ac:chgData name="Guest User" userId="" providerId="Windows Live" clId="Web-{5676FC1D-6846-9494-6915-FA936466B17B}" dt="2026-06-14T10:46:08.524" v="1"/>
          <ac:picMkLst>
            <pc:docMk/>
            <pc:sldMk cId="1479007258" sldId="331"/>
            <ac:picMk id="3" creationId="{50E1A627-A042-90FD-B025-B42C4B40A556}"/>
          </ac:picMkLst>
        </pc:picChg>
      </pc:sldChg>
      <pc:sldChg chg="addSp delSp modSp new del mod setBg">
        <pc:chgData name="Guest User" userId="" providerId="Windows Live" clId="Web-{5676FC1D-6846-9494-6915-FA936466B17B}" dt="2026-06-14T10:49:17.619" v="28"/>
        <pc:sldMkLst>
          <pc:docMk/>
          <pc:sldMk cId="3220872964" sldId="332"/>
        </pc:sldMkLst>
        <pc:spChg chg="add del">
          <ac:chgData name="Guest User" userId="" providerId="Windows Live" clId="Web-{5676FC1D-6846-9494-6915-FA936466B17B}" dt="2026-06-14T10:47:19.572" v="11"/>
          <ac:spMkLst>
            <pc:docMk/>
            <pc:sldMk cId="3220872964" sldId="332"/>
            <ac:spMk id="4" creationId="{3B432D73-5C38-474F-AF96-A3228731BF36}"/>
          </ac:spMkLst>
        </pc:spChg>
        <pc:spChg chg="add del">
          <ac:chgData name="Guest User" userId="" providerId="Windows Live" clId="Web-{5676FC1D-6846-9494-6915-FA936466B17B}" dt="2026-06-14T10:47:28.712" v="13"/>
          <ac:spMkLst>
            <pc:docMk/>
            <pc:sldMk cId="3220872964" sldId="332"/>
            <ac:spMk id="6" creationId="{ED55A19D-297C-4231-AD1F-08EF9B4AA8F4}"/>
          </ac:spMkLst>
        </pc:spChg>
        <pc:spChg chg="add del">
          <ac:chgData name="Guest User" userId="" providerId="Windows Live" clId="Web-{5676FC1D-6846-9494-6915-FA936466B17B}" dt="2026-06-14T10:47:10.775" v="5"/>
          <ac:spMkLst>
            <pc:docMk/>
            <pc:sldMk cId="3220872964" sldId="332"/>
            <ac:spMk id="7" creationId="{F3060C83-F051-4F0E-ABAD-AA0DFC48B218}"/>
          </ac:spMkLst>
        </pc:spChg>
        <pc:spChg chg="add del">
          <ac:chgData name="Guest User" userId="" providerId="Windows Live" clId="Web-{5676FC1D-6846-9494-6915-FA936466B17B}" dt="2026-06-14T10:47:28.712" v="13"/>
          <ac:spMkLst>
            <pc:docMk/>
            <pc:sldMk cId="3220872964" sldId="332"/>
            <ac:spMk id="8" creationId="{EBAB6C56-3D38-4923-996E-BD474BBB91E9}"/>
          </ac:spMkLst>
        </pc:spChg>
        <pc:spChg chg="add del">
          <ac:chgData name="Guest User" userId="" providerId="Windows Live" clId="Web-{5676FC1D-6846-9494-6915-FA936466B17B}" dt="2026-06-14T10:47:10.775" v="5"/>
          <ac:spMkLst>
            <pc:docMk/>
            <pc:sldMk cId="3220872964" sldId="332"/>
            <ac:spMk id="9" creationId="{83C98ABE-055B-441F-B07E-44F97F083C39}"/>
          </ac:spMkLst>
        </pc:spChg>
        <pc:spChg chg="add del">
          <ac:chgData name="Guest User" userId="" providerId="Windows Live" clId="Web-{5676FC1D-6846-9494-6915-FA936466B17B}" dt="2026-06-14T10:47:28.712" v="13"/>
          <ac:spMkLst>
            <pc:docMk/>
            <pc:sldMk cId="3220872964" sldId="332"/>
            <ac:spMk id="10" creationId="{20CD21DB-082D-417D-A5AB-FC838AF9D944}"/>
          </ac:spMkLst>
        </pc:spChg>
        <pc:spChg chg="add del">
          <ac:chgData name="Guest User" userId="" providerId="Windows Live" clId="Web-{5676FC1D-6846-9494-6915-FA936466B17B}" dt="2026-06-14T10:47:10.775" v="5"/>
          <ac:spMkLst>
            <pc:docMk/>
            <pc:sldMk cId="3220872964" sldId="332"/>
            <ac:spMk id="11" creationId="{29FDB030-9B49-4CED-8CCD-4D99382388AC}"/>
          </ac:spMkLst>
        </pc:spChg>
        <pc:spChg chg="add del">
          <ac:chgData name="Guest User" userId="" providerId="Windows Live" clId="Web-{5676FC1D-6846-9494-6915-FA936466B17B}" dt="2026-06-14T10:47:42.165" v="15"/>
          <ac:spMkLst>
            <pc:docMk/>
            <pc:sldMk cId="3220872964" sldId="332"/>
            <ac:spMk id="12" creationId="{216BB327-7AA9-4EC5-815F-9D8E6BC53E34}"/>
          </ac:spMkLst>
        </pc:spChg>
        <pc:spChg chg="add del">
          <ac:chgData name="Guest User" userId="" providerId="Windows Live" clId="Web-{5676FC1D-6846-9494-6915-FA936466B17B}" dt="2026-06-14T10:47:10.775" v="5"/>
          <ac:spMkLst>
            <pc:docMk/>
            <pc:sldMk cId="3220872964" sldId="332"/>
            <ac:spMk id="13" creationId="{3783CA14-24A1-485C-8B30-D6A5D87987AD}"/>
          </ac:spMkLst>
        </pc:spChg>
        <pc:spChg chg="add del">
          <ac:chgData name="Guest User" userId="" providerId="Windows Live" clId="Web-{5676FC1D-6846-9494-6915-FA936466B17B}" dt="2026-06-14T10:47:49.447" v="17"/>
          <ac:spMkLst>
            <pc:docMk/>
            <pc:sldMk cId="3220872964" sldId="332"/>
            <ac:spMk id="14" creationId="{5D9FC6AC-4A12-4825-8ABE-0732B8EF4D16}"/>
          </ac:spMkLst>
        </pc:spChg>
        <pc:spChg chg="add del">
          <ac:chgData name="Guest User" userId="" providerId="Windows Live" clId="Web-{5676FC1D-6846-9494-6915-FA936466B17B}" dt="2026-06-14T10:47:10.775" v="5"/>
          <ac:spMkLst>
            <pc:docMk/>
            <pc:sldMk cId="3220872964" sldId="332"/>
            <ac:spMk id="15" creationId="{9A97C86A-04D6-40F7-AE84-31AB43E6A846}"/>
          </ac:spMkLst>
        </pc:spChg>
        <pc:spChg chg="add del">
          <ac:chgData name="Guest User" userId="" providerId="Windows Live" clId="Web-{5676FC1D-6846-9494-6915-FA936466B17B}" dt="2026-06-14T10:47:55.181" v="19"/>
          <ac:spMkLst>
            <pc:docMk/>
            <pc:sldMk cId="3220872964" sldId="332"/>
            <ac:spMk id="16" creationId="{22F15A2D-2324-487D-A02A-BF46C5C580EB}"/>
          </ac:spMkLst>
        </pc:spChg>
        <pc:spChg chg="add del">
          <ac:chgData name="Guest User" userId="" providerId="Windows Live" clId="Web-{5676FC1D-6846-9494-6915-FA936466B17B}" dt="2026-06-14T10:47:10.775" v="5"/>
          <ac:spMkLst>
            <pc:docMk/>
            <pc:sldMk cId="3220872964" sldId="332"/>
            <ac:spMk id="17" creationId="{FF9F2414-84E8-453E-B1F3-389FDE8192D9}"/>
          </ac:spMkLst>
        </pc:spChg>
        <pc:spChg chg="add del">
          <ac:chgData name="Guest User" userId="" providerId="Windows Live" clId="Web-{5676FC1D-6846-9494-6915-FA936466B17B}" dt="2026-06-14T10:47:55.181" v="19"/>
          <ac:spMkLst>
            <pc:docMk/>
            <pc:sldMk cId="3220872964" sldId="332"/>
            <ac:spMk id="18" creationId="{2AEAFA59-923A-4F54-8B49-44C970BCC323}"/>
          </ac:spMkLst>
        </pc:spChg>
        <pc:spChg chg="add del">
          <ac:chgData name="Guest User" userId="" providerId="Windows Live" clId="Web-{5676FC1D-6846-9494-6915-FA936466B17B}" dt="2026-06-14T10:47:10.775" v="5"/>
          <ac:spMkLst>
            <pc:docMk/>
            <pc:sldMk cId="3220872964" sldId="332"/>
            <ac:spMk id="19" creationId="{3ECA69A1-7536-43AC-85EF-C7106179F5ED}"/>
          </ac:spMkLst>
        </pc:spChg>
        <pc:spChg chg="add del">
          <ac:chgData name="Guest User" userId="" providerId="Windows Live" clId="Web-{5676FC1D-6846-9494-6915-FA936466B17B}" dt="2026-06-14T10:47:55.181" v="19"/>
          <ac:spMkLst>
            <pc:docMk/>
            <pc:sldMk cId="3220872964" sldId="332"/>
            <ac:spMk id="20" creationId="{C37E9D4B-7BFA-4D10-B666-547BAC499469}"/>
          </ac:spMkLst>
        </pc:spChg>
        <pc:spChg chg="add del">
          <ac:chgData name="Guest User" userId="" providerId="Windows Live" clId="Web-{5676FC1D-6846-9494-6915-FA936466B17B}" dt="2026-06-14T10:47:13.634" v="7"/>
          <ac:spMkLst>
            <pc:docMk/>
            <pc:sldMk cId="3220872964" sldId="332"/>
            <ac:spMk id="21" creationId="{42A4FC2C-047E-45A5-965D-8E1E3BF09BC6}"/>
          </ac:spMkLst>
        </pc:spChg>
        <pc:spChg chg="add del">
          <ac:chgData name="Guest User" userId="" providerId="Windows Live" clId="Web-{5676FC1D-6846-9494-6915-FA936466B17B}" dt="2026-06-14T10:48:06.916" v="21"/>
          <ac:spMkLst>
            <pc:docMk/>
            <pc:sldMk cId="3220872964" sldId="332"/>
            <ac:spMk id="22" creationId="{8B089790-F4B6-46A7-BB28-7B74A9A9EFDC}"/>
          </ac:spMkLst>
        </pc:spChg>
        <pc:spChg chg="add del">
          <ac:chgData name="Guest User" userId="" providerId="Windows Live" clId="Web-{5676FC1D-6846-9494-6915-FA936466B17B}" dt="2026-06-14T10:48:44.681" v="23"/>
          <ac:spMkLst>
            <pc:docMk/>
            <pc:sldMk cId="3220872964" sldId="332"/>
            <ac:spMk id="29" creationId="{42A4FC2C-047E-45A5-965D-8E1E3BF09BC6}"/>
          </ac:spMkLst>
        </pc:spChg>
        <pc:spChg chg="add del">
          <ac:chgData name="Guest User" userId="" providerId="Windows Live" clId="Web-{5676FC1D-6846-9494-6915-FA936466B17B}" dt="2026-06-14T10:48:53.338" v="25"/>
          <ac:spMkLst>
            <pc:docMk/>
            <pc:sldMk cId="3220872964" sldId="332"/>
            <ac:spMk id="31" creationId="{16B067B1-F4E5-4FDF-813D-C9E872E80075}"/>
          </ac:spMkLst>
        </pc:spChg>
        <pc:grpChg chg="add del">
          <ac:chgData name="Guest User" userId="" providerId="Windows Live" clId="Web-{5676FC1D-6846-9494-6915-FA936466B17B}" dt="2026-06-14T10:48:06.916" v="21"/>
          <ac:grpSpMkLst>
            <pc:docMk/>
            <pc:sldMk cId="3220872964" sldId="332"/>
            <ac:grpSpMk id="23" creationId="{9DE3F54D-33BC-4382-A2AB-5E002F0F1166}"/>
          </ac:grpSpMkLst>
        </pc:grpChg>
        <pc:grpChg chg="add">
          <ac:chgData name="Guest User" userId="" providerId="Windows Live" clId="Web-{5676FC1D-6846-9494-6915-FA936466B17B}" dt="2026-06-14T10:48:53.338" v="26"/>
          <ac:grpSpMkLst>
            <pc:docMk/>
            <pc:sldMk cId="3220872964" sldId="332"/>
            <ac:grpSpMk id="33" creationId="{26176824-7946-6969-3841-DD5C101DF42D}"/>
          </ac:grpSpMkLst>
        </pc:grpChg>
        <pc:picChg chg="add del mod">
          <ac:chgData name="Guest User" userId="" providerId="Windows Live" clId="Web-{5676FC1D-6846-9494-6915-FA936466B17B}" dt="2026-06-14T10:49:08.494" v="27"/>
          <ac:picMkLst>
            <pc:docMk/>
            <pc:sldMk cId="3220872964" sldId="332"/>
            <ac:picMk id="2" creationId="{2FBC9CD3-28C8-E15B-AD40-E77D5B555001}"/>
          </ac:picMkLst>
        </pc:picChg>
      </pc:sldChg>
      <pc:sldChg chg="addSp delSp modSp addAnim">
        <pc:chgData name="Guest User" userId="" providerId="Windows Live" clId="Web-{5676FC1D-6846-9494-6915-FA936466B17B}" dt="2026-06-14T10:59:30.232" v="190"/>
        <pc:sldMkLst>
          <pc:docMk/>
          <pc:sldMk cId="2797985810" sldId="333"/>
        </pc:sldMkLst>
        <pc:spChg chg="add">
          <ac:chgData name="Guest User" userId="" providerId="Windows Live" clId="Web-{5676FC1D-6846-9494-6915-FA936466B17B}" dt="2026-06-14T10:59:29.075" v="139"/>
          <ac:spMkLst>
            <pc:docMk/>
            <pc:sldMk cId="2797985810" sldId="333"/>
            <ac:spMk id="5" creationId="{A2C174E5-A5B9-F083-6426-8C5266D65AA0}"/>
          </ac:spMkLst>
        </pc:spChg>
        <pc:spChg chg="add">
          <ac:chgData name="Guest User" userId="" providerId="Windows Live" clId="Web-{5676FC1D-6846-9494-6915-FA936466B17B}" dt="2026-06-14T10:59:29.075" v="140"/>
          <ac:spMkLst>
            <pc:docMk/>
            <pc:sldMk cId="2797985810" sldId="333"/>
            <ac:spMk id="7" creationId="{42FA9BFD-313A-3AF0-4959-762D636B2A70}"/>
          </ac:spMkLst>
        </pc:spChg>
        <pc:spChg chg="add">
          <ac:chgData name="Guest User" userId="" providerId="Windows Live" clId="Web-{5676FC1D-6846-9494-6915-FA936466B17B}" dt="2026-06-14T10:59:29.091" v="141"/>
          <ac:spMkLst>
            <pc:docMk/>
            <pc:sldMk cId="2797985810" sldId="333"/>
            <ac:spMk id="9" creationId="{C8932AA3-1097-AA97-C696-00C1C6AE3EC6}"/>
          </ac:spMkLst>
        </pc:spChg>
        <pc:spChg chg="add">
          <ac:chgData name="Guest User" userId="" providerId="Windows Live" clId="Web-{5676FC1D-6846-9494-6915-FA936466B17B}" dt="2026-06-14T10:59:29.091" v="142"/>
          <ac:spMkLst>
            <pc:docMk/>
            <pc:sldMk cId="2797985810" sldId="333"/>
            <ac:spMk id="11" creationId="{128D6995-C3B9-7E8E-7F80-10FDA928DF26}"/>
          </ac:spMkLst>
        </pc:spChg>
        <pc:spChg chg="add">
          <ac:chgData name="Guest User" userId="" providerId="Windows Live" clId="Web-{5676FC1D-6846-9494-6915-FA936466B17B}" dt="2026-06-14T10:59:29.091" v="143"/>
          <ac:spMkLst>
            <pc:docMk/>
            <pc:sldMk cId="2797985810" sldId="333"/>
            <ac:spMk id="13" creationId="{6F47ED4E-2C1D-52C3-D0A7-453609C22EAF}"/>
          </ac:spMkLst>
        </pc:spChg>
        <pc:spChg chg="add">
          <ac:chgData name="Guest User" userId="" providerId="Windows Live" clId="Web-{5676FC1D-6846-9494-6915-FA936466B17B}" dt="2026-06-14T10:59:29.091" v="144"/>
          <ac:spMkLst>
            <pc:docMk/>
            <pc:sldMk cId="2797985810" sldId="333"/>
            <ac:spMk id="15" creationId="{0CF47E9A-BF68-B692-0366-B8B2319C7EFA}"/>
          </ac:spMkLst>
        </pc:spChg>
        <pc:spChg chg="add">
          <ac:chgData name="Guest User" userId="" providerId="Windows Live" clId="Web-{5676FC1D-6846-9494-6915-FA936466B17B}" dt="2026-06-14T10:59:29.107" v="145"/>
          <ac:spMkLst>
            <pc:docMk/>
            <pc:sldMk cId="2797985810" sldId="333"/>
            <ac:spMk id="17" creationId="{7CA1D6F0-6A9C-8E7C-A9A4-D14AF8D5D452}"/>
          </ac:spMkLst>
        </pc:spChg>
        <pc:spChg chg="add">
          <ac:chgData name="Guest User" userId="" providerId="Windows Live" clId="Web-{5676FC1D-6846-9494-6915-FA936466B17B}" dt="2026-06-14T10:59:29.107" v="146"/>
          <ac:spMkLst>
            <pc:docMk/>
            <pc:sldMk cId="2797985810" sldId="333"/>
            <ac:spMk id="19" creationId="{7FCAFC8A-A269-EFA2-E925-2D15FD0A5D95}"/>
          </ac:spMkLst>
        </pc:spChg>
        <pc:spChg chg="add">
          <ac:chgData name="Guest User" userId="" providerId="Windows Live" clId="Web-{5676FC1D-6846-9494-6915-FA936466B17B}" dt="2026-06-14T10:59:29.107" v="147"/>
          <ac:spMkLst>
            <pc:docMk/>
            <pc:sldMk cId="2797985810" sldId="333"/>
            <ac:spMk id="21" creationId="{E398C25A-76AB-8B03-83B8-80ADD2D4AFD7}"/>
          </ac:spMkLst>
        </pc:spChg>
        <pc:spChg chg="add">
          <ac:chgData name="Guest User" userId="" providerId="Windows Live" clId="Web-{5676FC1D-6846-9494-6915-FA936466B17B}" dt="2026-06-14T10:59:29.122" v="148"/>
          <ac:spMkLst>
            <pc:docMk/>
            <pc:sldMk cId="2797985810" sldId="333"/>
            <ac:spMk id="23" creationId="{943F15B8-F36C-3714-6676-D4EA6923F6EB}"/>
          </ac:spMkLst>
        </pc:spChg>
        <pc:spChg chg="add">
          <ac:chgData name="Guest User" userId="" providerId="Windows Live" clId="Web-{5676FC1D-6846-9494-6915-FA936466B17B}" dt="2026-06-14T10:59:29.122" v="149"/>
          <ac:spMkLst>
            <pc:docMk/>
            <pc:sldMk cId="2797985810" sldId="333"/>
            <ac:spMk id="25" creationId="{768B398F-067B-60E7-FF23-7B1B60CE6164}"/>
          </ac:spMkLst>
        </pc:spChg>
        <pc:spChg chg="add">
          <ac:chgData name="Guest User" userId="" providerId="Windows Live" clId="Web-{5676FC1D-6846-9494-6915-FA936466B17B}" dt="2026-06-14T10:59:29.122" v="150"/>
          <ac:spMkLst>
            <pc:docMk/>
            <pc:sldMk cId="2797985810" sldId="333"/>
            <ac:spMk id="27" creationId="{61CA266D-0F44-E428-B60F-47D409CB620D}"/>
          </ac:spMkLst>
        </pc:spChg>
        <pc:spChg chg="add">
          <ac:chgData name="Guest User" userId="" providerId="Windows Live" clId="Web-{5676FC1D-6846-9494-6915-FA936466B17B}" dt="2026-06-14T10:59:29.138" v="151"/>
          <ac:spMkLst>
            <pc:docMk/>
            <pc:sldMk cId="2797985810" sldId="333"/>
            <ac:spMk id="30" creationId="{F7E89086-B628-C6EB-905C-AF98BB9448EE}"/>
          </ac:spMkLst>
        </pc:spChg>
        <pc:spChg chg="add">
          <ac:chgData name="Guest User" userId="" providerId="Windows Live" clId="Web-{5676FC1D-6846-9494-6915-FA936466B17B}" dt="2026-06-14T10:59:29.138" v="152"/>
          <ac:spMkLst>
            <pc:docMk/>
            <pc:sldMk cId="2797985810" sldId="333"/>
            <ac:spMk id="32" creationId="{B69356DB-6ED6-F5CD-45AA-FE9E5DC5E5A0}"/>
          </ac:spMkLst>
        </pc:spChg>
        <pc:spChg chg="add">
          <ac:chgData name="Guest User" userId="" providerId="Windows Live" clId="Web-{5676FC1D-6846-9494-6915-FA936466B17B}" dt="2026-06-14T10:59:29.154" v="153"/>
          <ac:spMkLst>
            <pc:docMk/>
            <pc:sldMk cId="2797985810" sldId="333"/>
            <ac:spMk id="34" creationId="{31161751-D4AA-AE96-0E5E-A2D898863E12}"/>
          </ac:spMkLst>
        </pc:spChg>
        <pc:spChg chg="add">
          <ac:chgData name="Guest User" userId="" providerId="Windows Live" clId="Web-{5676FC1D-6846-9494-6915-FA936466B17B}" dt="2026-06-14T10:59:29.154" v="154"/>
          <ac:spMkLst>
            <pc:docMk/>
            <pc:sldMk cId="2797985810" sldId="333"/>
            <ac:spMk id="36" creationId="{ECA4BCB9-58D6-0641-55F9-5DCA68EE537D}"/>
          </ac:spMkLst>
        </pc:spChg>
        <pc:spChg chg="add">
          <ac:chgData name="Guest User" userId="" providerId="Windows Live" clId="Web-{5676FC1D-6846-9494-6915-FA936466B17B}" dt="2026-06-14T10:59:29.154" v="155"/>
          <ac:spMkLst>
            <pc:docMk/>
            <pc:sldMk cId="2797985810" sldId="333"/>
            <ac:spMk id="38" creationId="{0F70E515-614A-11FA-1481-799B76FB4E81}"/>
          </ac:spMkLst>
        </pc:spChg>
        <pc:spChg chg="add">
          <ac:chgData name="Guest User" userId="" providerId="Windows Live" clId="Web-{5676FC1D-6846-9494-6915-FA936466B17B}" dt="2026-06-14T10:59:29.216" v="157"/>
          <ac:spMkLst>
            <pc:docMk/>
            <pc:sldMk cId="2797985810" sldId="333"/>
            <ac:spMk id="44" creationId="{0762337C-77EB-C99F-26F4-A00A15EC026E}"/>
          </ac:spMkLst>
        </pc:spChg>
        <pc:spChg chg="add">
          <ac:chgData name="Guest User" userId="" providerId="Windows Live" clId="Web-{5676FC1D-6846-9494-6915-FA936466B17B}" dt="2026-06-14T10:59:29.247" v="158"/>
          <ac:spMkLst>
            <pc:docMk/>
            <pc:sldMk cId="2797985810" sldId="333"/>
            <ac:spMk id="46" creationId="{55B13576-9479-91EB-FC3E-2671963472DE}"/>
          </ac:spMkLst>
        </pc:spChg>
        <pc:spChg chg="add">
          <ac:chgData name="Guest User" userId="" providerId="Windows Live" clId="Web-{5676FC1D-6846-9494-6915-FA936466B17B}" dt="2026-06-14T10:59:29.263" v="159"/>
          <ac:spMkLst>
            <pc:docMk/>
            <pc:sldMk cId="2797985810" sldId="333"/>
            <ac:spMk id="48" creationId="{8FC04404-3CAC-07A2-0C09-6C67A52D759D}"/>
          </ac:spMkLst>
        </pc:spChg>
        <pc:spChg chg="add">
          <ac:chgData name="Guest User" userId="" providerId="Windows Live" clId="Web-{5676FC1D-6846-9494-6915-FA936466B17B}" dt="2026-06-14T10:59:29.294" v="160"/>
          <ac:spMkLst>
            <pc:docMk/>
            <pc:sldMk cId="2797985810" sldId="333"/>
            <ac:spMk id="50" creationId="{D9F2E16C-9FF5-6E65-E892-E0AAB3AB3053}"/>
          </ac:spMkLst>
        </pc:spChg>
        <pc:spChg chg="add">
          <ac:chgData name="Guest User" userId="" providerId="Windows Live" clId="Web-{5676FC1D-6846-9494-6915-FA936466B17B}" dt="2026-06-14T10:59:29.310" v="161"/>
          <ac:spMkLst>
            <pc:docMk/>
            <pc:sldMk cId="2797985810" sldId="333"/>
            <ac:spMk id="52" creationId="{45B863CE-B529-7877-D6D7-7EC0C03E9162}"/>
          </ac:spMkLst>
        </pc:spChg>
        <pc:spChg chg="add">
          <ac:chgData name="Guest User" userId="" providerId="Windows Live" clId="Web-{5676FC1D-6846-9494-6915-FA936466B17B}" dt="2026-06-14T10:59:29.341" v="162"/>
          <ac:spMkLst>
            <pc:docMk/>
            <pc:sldMk cId="2797985810" sldId="333"/>
            <ac:spMk id="54" creationId="{393D4F15-B1C6-0B2D-1942-C70F5948557C}"/>
          </ac:spMkLst>
        </pc:spChg>
        <pc:spChg chg="add">
          <ac:chgData name="Guest User" userId="" providerId="Windows Live" clId="Web-{5676FC1D-6846-9494-6915-FA936466B17B}" dt="2026-06-14T10:59:29.388" v="164"/>
          <ac:spMkLst>
            <pc:docMk/>
            <pc:sldMk cId="2797985810" sldId="333"/>
            <ac:spMk id="62" creationId="{F7421EDE-6B49-6A48-16D4-305FF0EB6BCB}"/>
          </ac:spMkLst>
        </pc:spChg>
        <pc:spChg chg="add">
          <ac:chgData name="Guest User" userId="" providerId="Windows Live" clId="Web-{5676FC1D-6846-9494-6915-FA936466B17B}" dt="2026-06-14T10:59:29.419" v="165"/>
          <ac:spMkLst>
            <pc:docMk/>
            <pc:sldMk cId="2797985810" sldId="333"/>
            <ac:spMk id="64" creationId="{76B22CB1-6BFC-AEA3-519B-13A00CBC23C7}"/>
          </ac:spMkLst>
        </pc:spChg>
        <pc:spChg chg="add">
          <ac:chgData name="Guest User" userId="" providerId="Windows Live" clId="Web-{5676FC1D-6846-9494-6915-FA936466B17B}" dt="2026-06-14T10:59:29.435" v="166"/>
          <ac:spMkLst>
            <pc:docMk/>
            <pc:sldMk cId="2797985810" sldId="333"/>
            <ac:spMk id="66" creationId="{02F182AF-E447-2AF1-8361-F244A6218B51}"/>
          </ac:spMkLst>
        </pc:spChg>
        <pc:spChg chg="add">
          <ac:chgData name="Guest User" userId="" providerId="Windows Live" clId="Web-{5676FC1D-6846-9494-6915-FA936466B17B}" dt="2026-06-14T10:59:29.466" v="167"/>
          <ac:spMkLst>
            <pc:docMk/>
            <pc:sldMk cId="2797985810" sldId="333"/>
            <ac:spMk id="68" creationId="{E3B1FB1B-F2C5-09AD-FFE3-FCF14683C39A}"/>
          </ac:spMkLst>
        </pc:spChg>
        <pc:spChg chg="add">
          <ac:chgData name="Guest User" userId="" providerId="Windows Live" clId="Web-{5676FC1D-6846-9494-6915-FA936466B17B}" dt="2026-06-14T10:59:29.497" v="168"/>
          <ac:spMkLst>
            <pc:docMk/>
            <pc:sldMk cId="2797985810" sldId="333"/>
            <ac:spMk id="70" creationId="{BF8D03EA-D4EE-1E3A-AD3E-05BA091579B5}"/>
          </ac:spMkLst>
        </pc:spChg>
        <pc:spChg chg="add">
          <ac:chgData name="Guest User" userId="" providerId="Windows Live" clId="Web-{5676FC1D-6846-9494-6915-FA936466B17B}" dt="2026-06-14T10:59:29.622" v="172"/>
          <ac:spMkLst>
            <pc:docMk/>
            <pc:sldMk cId="2797985810" sldId="333"/>
            <ac:spMk id="90" creationId="{D5349EE0-F97E-D76B-E50C-038874F8B862}"/>
          </ac:spMkLst>
        </pc:spChg>
        <pc:spChg chg="add">
          <ac:chgData name="Guest User" userId="" providerId="Windows Live" clId="Web-{5676FC1D-6846-9494-6915-FA936466B17B}" dt="2026-06-14T10:59:29.654" v="173"/>
          <ac:spMkLst>
            <pc:docMk/>
            <pc:sldMk cId="2797985810" sldId="333"/>
            <ac:spMk id="92" creationId="{EE45B1AA-C382-6118-8AF7-5C79405A8148}"/>
          </ac:spMkLst>
        </pc:spChg>
        <pc:spChg chg="add">
          <ac:chgData name="Guest User" userId="" providerId="Windows Live" clId="Web-{5676FC1D-6846-9494-6915-FA936466B17B}" dt="2026-06-14T10:59:29.669" v="174"/>
          <ac:spMkLst>
            <pc:docMk/>
            <pc:sldMk cId="2797985810" sldId="333"/>
            <ac:spMk id="94" creationId="{93026976-6E3B-B061-B377-A778E93FFE34}"/>
          </ac:spMkLst>
        </pc:spChg>
        <pc:spChg chg="add">
          <ac:chgData name="Guest User" userId="" providerId="Windows Live" clId="Web-{5676FC1D-6846-9494-6915-FA936466B17B}" dt="2026-06-14T10:59:29.700" v="175"/>
          <ac:spMkLst>
            <pc:docMk/>
            <pc:sldMk cId="2797985810" sldId="333"/>
            <ac:spMk id="96" creationId="{A1BB5AB0-6606-782E-FEC0-F68955A7E01F}"/>
          </ac:spMkLst>
        </pc:spChg>
        <pc:spChg chg="add">
          <ac:chgData name="Guest User" userId="" providerId="Windows Live" clId="Web-{5676FC1D-6846-9494-6915-FA936466B17B}" dt="2026-06-14T10:59:29.732" v="176"/>
          <ac:spMkLst>
            <pc:docMk/>
            <pc:sldMk cId="2797985810" sldId="333"/>
            <ac:spMk id="98" creationId="{4A86B23F-86F6-8778-9CF6-4A3356B57706}"/>
          </ac:spMkLst>
        </pc:spChg>
        <pc:spChg chg="add">
          <ac:chgData name="Guest User" userId="" providerId="Windows Live" clId="Web-{5676FC1D-6846-9494-6915-FA936466B17B}" dt="2026-06-14T10:59:29.763" v="177"/>
          <ac:spMkLst>
            <pc:docMk/>
            <pc:sldMk cId="2797985810" sldId="333"/>
            <ac:spMk id="100" creationId="{4895C45C-FEC8-792D-EB27-0D97E98664F5}"/>
          </ac:spMkLst>
        </pc:spChg>
        <pc:spChg chg="add">
          <ac:chgData name="Guest User" userId="" providerId="Windows Live" clId="Web-{5676FC1D-6846-9494-6915-FA936466B17B}" dt="2026-06-14T10:59:29.794" v="178"/>
          <ac:spMkLst>
            <pc:docMk/>
            <pc:sldMk cId="2797985810" sldId="333"/>
            <ac:spMk id="102" creationId="{B352ECEA-AD82-2E20-22B2-51A72286EDBF}"/>
          </ac:spMkLst>
        </pc:spChg>
        <pc:spChg chg="add">
          <ac:chgData name="Guest User" userId="" providerId="Windows Live" clId="Web-{5676FC1D-6846-9494-6915-FA936466B17B}" dt="2026-06-14T10:59:29.825" v="179"/>
          <ac:spMkLst>
            <pc:docMk/>
            <pc:sldMk cId="2797985810" sldId="333"/>
            <ac:spMk id="104" creationId="{DD098F05-7995-D535-BFDC-D5BF7414D56A}"/>
          </ac:spMkLst>
        </pc:spChg>
        <pc:spChg chg="add">
          <ac:chgData name="Guest User" userId="" providerId="Windows Live" clId="Web-{5676FC1D-6846-9494-6915-FA936466B17B}" dt="2026-06-14T10:59:29.857" v="180"/>
          <ac:spMkLst>
            <pc:docMk/>
            <pc:sldMk cId="2797985810" sldId="333"/>
            <ac:spMk id="106" creationId="{09EBCCF7-5BE3-D0B9-DA82-53AB84407B26}"/>
          </ac:spMkLst>
        </pc:spChg>
        <pc:spChg chg="add">
          <ac:chgData name="Guest User" userId="" providerId="Windows Live" clId="Web-{5676FC1D-6846-9494-6915-FA936466B17B}" dt="2026-06-14T10:59:29.904" v="181"/>
          <ac:spMkLst>
            <pc:docMk/>
            <pc:sldMk cId="2797985810" sldId="333"/>
            <ac:spMk id="108" creationId="{18DC3090-76E1-97B3-4988-E91CA7A6D4C7}"/>
          </ac:spMkLst>
        </pc:spChg>
        <pc:spChg chg="add">
          <ac:chgData name="Guest User" userId="" providerId="Windows Live" clId="Web-{5676FC1D-6846-9494-6915-FA936466B17B}" dt="2026-06-14T10:59:29.935" v="182"/>
          <ac:spMkLst>
            <pc:docMk/>
            <pc:sldMk cId="2797985810" sldId="333"/>
            <ac:spMk id="110" creationId="{A42869FC-02D7-791A-028E-602ACC4AAE84}"/>
          </ac:spMkLst>
        </pc:spChg>
        <pc:spChg chg="add">
          <ac:chgData name="Guest User" userId="" providerId="Windows Live" clId="Web-{5676FC1D-6846-9494-6915-FA936466B17B}" dt="2026-06-14T10:59:29.982" v="183"/>
          <ac:spMkLst>
            <pc:docMk/>
            <pc:sldMk cId="2797985810" sldId="333"/>
            <ac:spMk id="112" creationId="{E4A0FE73-C03E-3A74-8A99-CE2BD98E3DA3}"/>
          </ac:spMkLst>
        </pc:spChg>
        <pc:spChg chg="add">
          <ac:chgData name="Guest User" userId="" providerId="Windows Live" clId="Web-{5676FC1D-6846-9494-6915-FA936466B17B}" dt="2026-06-14T10:59:30.013" v="184"/>
          <ac:spMkLst>
            <pc:docMk/>
            <pc:sldMk cId="2797985810" sldId="333"/>
            <ac:spMk id="114" creationId="{C2282078-9AA8-4D68-BA1E-27AE357DE08B}"/>
          </ac:spMkLst>
        </pc:spChg>
        <pc:spChg chg="add">
          <ac:chgData name="Guest User" userId="" providerId="Windows Live" clId="Web-{5676FC1D-6846-9494-6915-FA936466B17B}" dt="2026-06-14T10:59:30.044" v="185"/>
          <ac:spMkLst>
            <pc:docMk/>
            <pc:sldMk cId="2797985810" sldId="333"/>
            <ac:spMk id="116" creationId="{07A1EA39-EE5B-FFC7-8322-9EEC5EDF1B64}"/>
          </ac:spMkLst>
        </pc:spChg>
        <pc:spChg chg="add">
          <ac:chgData name="Guest User" userId="" providerId="Windows Live" clId="Web-{5676FC1D-6846-9494-6915-FA936466B17B}" dt="2026-06-14T10:59:30.091" v="186"/>
          <ac:spMkLst>
            <pc:docMk/>
            <pc:sldMk cId="2797985810" sldId="333"/>
            <ac:spMk id="118" creationId="{5F1664DF-BB45-3AFA-7452-951F78B8F4B0}"/>
          </ac:spMkLst>
        </pc:spChg>
        <pc:spChg chg="add">
          <ac:chgData name="Guest User" userId="" providerId="Windows Live" clId="Web-{5676FC1D-6846-9494-6915-FA936466B17B}" dt="2026-06-14T10:59:30.122" v="187"/>
          <ac:spMkLst>
            <pc:docMk/>
            <pc:sldMk cId="2797985810" sldId="333"/>
            <ac:spMk id="120" creationId="{D5365F1B-DABC-3AAE-1529-FDDC5CB7C311}"/>
          </ac:spMkLst>
        </pc:spChg>
        <pc:spChg chg="add">
          <ac:chgData name="Guest User" userId="" providerId="Windows Live" clId="Web-{5676FC1D-6846-9494-6915-FA936466B17B}" dt="2026-06-14T10:59:30.154" v="188"/>
          <ac:spMkLst>
            <pc:docMk/>
            <pc:sldMk cId="2797985810" sldId="333"/>
            <ac:spMk id="122" creationId="{2423B17D-ED03-1304-3B7F-3BA07C5CB03A}"/>
          </ac:spMkLst>
        </pc:spChg>
        <pc:spChg chg="add">
          <ac:chgData name="Guest User" userId="" providerId="Windows Live" clId="Web-{5676FC1D-6846-9494-6915-FA936466B17B}" dt="2026-06-14T10:59:30.185" v="189"/>
          <ac:spMkLst>
            <pc:docMk/>
            <pc:sldMk cId="2797985810" sldId="333"/>
            <ac:spMk id="124" creationId="{025A08F7-AC55-E302-BCBE-80FB795FB166}"/>
          </ac:spMkLst>
        </pc:spChg>
        <pc:spChg chg="add">
          <ac:chgData name="Guest User" userId="" providerId="Windows Live" clId="Web-{5676FC1D-6846-9494-6915-FA936466B17B}" dt="2026-06-14T10:59:30.232" v="190"/>
          <ac:spMkLst>
            <pc:docMk/>
            <pc:sldMk cId="2797985810" sldId="333"/>
            <ac:spMk id="126" creationId="{23466E3A-6137-4148-2414-C6EA1B069153}"/>
          </ac:spMkLst>
        </pc:spChg>
        <pc:grpChg chg="add">
          <ac:chgData name="Guest User" userId="" providerId="Windows Live" clId="Web-{5676FC1D-6846-9494-6915-FA936466B17B}" dt="2026-06-14T10:59:29.200" v="156"/>
          <ac:grpSpMkLst>
            <pc:docMk/>
            <pc:sldMk cId="2797985810" sldId="333"/>
            <ac:grpSpMk id="42" creationId="{B099569B-19B7-0DEB-4E9C-62910A13FA12}"/>
          </ac:grpSpMkLst>
        </pc:grpChg>
        <pc:grpChg chg="add">
          <ac:chgData name="Guest User" userId="" providerId="Windows Live" clId="Web-{5676FC1D-6846-9494-6915-FA936466B17B}" dt="2026-06-14T10:59:29.372" v="163"/>
          <ac:grpSpMkLst>
            <pc:docMk/>
            <pc:sldMk cId="2797985810" sldId="333"/>
            <ac:grpSpMk id="60" creationId="{C9AA6F06-BF53-6D02-B456-8012EFE82E6D}"/>
          </ac:grpSpMkLst>
        </pc:grpChg>
        <pc:grpChg chg="add">
          <ac:chgData name="Guest User" userId="" providerId="Windows Live" clId="Web-{5676FC1D-6846-9494-6915-FA936466B17B}" dt="2026-06-14T10:59:29.529" v="169"/>
          <ac:grpSpMkLst>
            <pc:docMk/>
            <pc:sldMk cId="2797985810" sldId="333"/>
            <ac:grpSpMk id="76" creationId="{C99F2B3D-7F82-C21D-94B8-7A719AC12405}"/>
          </ac:grpSpMkLst>
        </pc:grpChg>
        <pc:grpChg chg="add">
          <ac:chgData name="Guest User" userId="" providerId="Windows Live" clId="Web-{5676FC1D-6846-9494-6915-FA936466B17B}" dt="2026-06-14T10:59:29.560" v="170"/>
          <ac:grpSpMkLst>
            <pc:docMk/>
            <pc:sldMk cId="2797985810" sldId="333"/>
            <ac:grpSpMk id="82" creationId="{D140DCC5-7C16-9A1B-BDD1-69A6E8277F3C}"/>
          </ac:grpSpMkLst>
        </pc:grpChg>
        <pc:grpChg chg="add">
          <ac:chgData name="Guest User" userId="" providerId="Windows Live" clId="Web-{5676FC1D-6846-9494-6915-FA936466B17B}" dt="2026-06-14T10:59:29.591" v="171"/>
          <ac:grpSpMkLst>
            <pc:docMk/>
            <pc:sldMk cId="2797985810" sldId="333"/>
            <ac:grpSpMk id="88" creationId="{666318F9-4E5E-79C4-9C4C-B8E551FED013}"/>
          </ac:grpSpMkLst>
        </pc:grpChg>
        <pc:picChg chg="add del mod">
          <ac:chgData name="Guest User" userId="" providerId="Windows Live" clId="Web-{5676FC1D-6846-9494-6915-FA936466B17B}" dt="2026-06-14T10:50:32.651" v="32"/>
          <ac:picMkLst>
            <pc:docMk/>
            <pc:sldMk cId="2797985810" sldId="333"/>
            <ac:picMk id="2" creationId="{9A7EBB81-FD42-4A35-17AA-BF1BD2D9DEC2}"/>
          </ac:picMkLst>
        </pc:picChg>
        <pc:picChg chg="add del mod">
          <ac:chgData name="Guest User" userId="" providerId="Windows Live" clId="Web-{5676FC1D-6846-9494-6915-FA936466B17B}" dt="2026-06-14T10:51:17.636" v="34"/>
          <ac:picMkLst>
            <pc:docMk/>
            <pc:sldMk cId="2797985810" sldId="333"/>
            <ac:picMk id="3" creationId="{A73BB44B-2A7B-1F1A-04A6-B82EF11644BF}"/>
          </ac:picMkLst>
        </pc:picChg>
        <pc:picChg chg="add mod">
          <ac:chgData name="Guest User" userId="" providerId="Windows Live" clId="Web-{5676FC1D-6846-9494-6915-FA936466B17B}" dt="2026-06-14T10:49:33.182" v="29"/>
          <ac:picMkLst>
            <pc:docMk/>
            <pc:sldMk cId="2797985810" sldId="333"/>
            <ac:picMk id="3" creationId="{D756DF5B-80DB-3B4F-C9ED-B5F50A84CECB}"/>
          </ac:picMkLst>
        </pc:picChg>
      </pc:sldChg>
    </pc:docChg>
  </pc:docChgLst>
  <pc:docChgLst>
    <pc:chgData name="Guest User" providerId="Windows Live" clId="Web-{086F5D79-9B87-D24B-89F0-419BAF6A2590}"/>
    <pc:docChg chg="modSld">
      <pc:chgData name="Guest User" userId="" providerId="Windows Live" clId="Web-{086F5D79-9B87-D24B-89F0-419BAF6A2590}" dt="2026-06-15T14:52:53.448" v="0" actId="14100"/>
      <pc:docMkLst>
        <pc:docMk/>
      </pc:docMkLst>
      <pc:sldChg chg="modSp">
        <pc:chgData name="Guest User" userId="" providerId="Windows Live" clId="Web-{086F5D79-9B87-D24B-89F0-419BAF6A2590}" dt="2026-06-15T14:52:53.448" v="0" actId="14100"/>
        <pc:sldMkLst>
          <pc:docMk/>
          <pc:sldMk cId="2468017200" sldId="339"/>
        </pc:sldMkLst>
        <pc:spChg chg="mod">
          <ac:chgData name="Guest User" userId="" providerId="Windows Live" clId="Web-{086F5D79-9B87-D24B-89F0-419BAF6A2590}" dt="2026-06-15T14:52:53.448" v="0" actId="14100"/>
          <ac:spMkLst>
            <pc:docMk/>
            <pc:sldMk cId="2468017200" sldId="339"/>
            <ac:spMk id="28" creationId="{1D26184B-409E-5755-8FCC-F9DF13B7D8FC}"/>
          </ac:spMkLst>
        </pc:spChg>
      </pc:sldChg>
    </pc:docChg>
  </pc:docChgLst>
  <pc:docChgLst>
    <pc:chgData name="Guest User" providerId="Windows Live" clId="Web-{83075ABF-7A21-B186-2541-2A3DDE00CE8C}"/>
    <pc:docChg chg="addSld modSld">
      <pc:chgData name="Guest User" userId="" providerId="Windows Live" clId="Web-{83075ABF-7A21-B186-2541-2A3DDE00CE8C}" dt="2026-06-14T10:13:04.418" v="24"/>
      <pc:docMkLst>
        <pc:docMk/>
      </pc:docMkLst>
      <pc:sldChg chg="addSp delSp modSp add replId">
        <pc:chgData name="Guest User" userId="" providerId="Windows Live" clId="Web-{83075ABF-7A21-B186-2541-2A3DDE00CE8C}" dt="2026-06-14T10:13:04.418" v="24"/>
        <pc:sldMkLst>
          <pc:docMk/>
          <pc:sldMk cId="1479007258" sldId="331"/>
        </pc:sldMkLst>
        <pc:spChg chg="mod">
          <ac:chgData name="Guest User" userId="" providerId="Windows Live" clId="Web-{83075ABF-7A21-B186-2541-2A3DDE00CE8C}" dt="2026-06-14T10:08:47.862" v="11" actId="1076"/>
          <ac:spMkLst>
            <pc:docMk/>
            <pc:sldMk cId="1479007258" sldId="331"/>
            <ac:spMk id="4" creationId="{4C14DE74-2C5F-2924-D119-74D24C20BC81}"/>
          </ac:spMkLst>
        </pc:spChg>
        <pc:spChg chg="mod">
          <ac:chgData name="Guest User" userId="" providerId="Windows Live" clId="Web-{83075ABF-7A21-B186-2541-2A3DDE00CE8C}" dt="2026-06-14T10:07:08.031" v="5"/>
          <ac:spMkLst>
            <pc:docMk/>
            <pc:sldMk cId="1479007258" sldId="331"/>
            <ac:spMk id="48" creationId="{3CFB86BF-8DEF-D677-9A50-357A9047EF74}"/>
          </ac:spMkLst>
        </pc:spChg>
        <pc:spChg chg="mod">
          <ac:chgData name="Guest User" userId="" providerId="Windows Live" clId="Web-{83075ABF-7A21-B186-2541-2A3DDE00CE8C}" dt="2026-06-14T10:11:23.555" v="23"/>
          <ac:spMkLst>
            <pc:docMk/>
            <pc:sldMk cId="1479007258" sldId="331"/>
            <ac:spMk id="50" creationId="{5FAD4B61-6C6D-67C6-A338-46C354647744}"/>
          </ac:spMkLst>
        </pc:spChg>
        <pc:spChg chg="mod">
          <ac:chgData name="Guest User" userId="" providerId="Windows Live" clId="Web-{83075ABF-7A21-B186-2541-2A3DDE00CE8C}" dt="2026-06-14T10:10:26.444" v="22"/>
          <ac:spMkLst>
            <pc:docMk/>
            <pc:sldMk cId="1479007258" sldId="331"/>
            <ac:spMk id="90" creationId="{9BD6065E-4EF0-86AD-3344-A3F3C1B4F010}"/>
          </ac:spMkLst>
        </pc:spChg>
        <pc:grpChg chg="mod">
          <ac:chgData name="Guest User" userId="" providerId="Windows Live" clId="Web-{83075ABF-7A21-B186-2541-2A3DDE00CE8C}" dt="2026-06-14T10:08:34.096" v="8" actId="14100"/>
          <ac:grpSpMkLst>
            <pc:docMk/>
            <pc:sldMk cId="1479007258" sldId="331"/>
            <ac:grpSpMk id="11" creationId="{06DA0A86-843D-466B-F8CB-54882D3E524A}"/>
          </ac:grpSpMkLst>
        </pc:grpChg>
        <pc:grpChg chg="del mod">
          <ac:chgData name="Guest User" userId="" providerId="Windows Live" clId="Web-{83075ABF-7A21-B186-2541-2A3DDE00CE8C}" dt="2026-06-14T10:09:56.068" v="20"/>
          <ac:grpSpMkLst>
            <pc:docMk/>
            <pc:sldMk cId="1479007258" sldId="331"/>
            <ac:grpSpMk id="49" creationId="{A4B53038-7885-B281-0A98-6292ED618258}"/>
          </ac:grpSpMkLst>
        </pc:grpChg>
        <pc:picChg chg="add mod">
          <ac:chgData name="Guest User" userId="" providerId="Windows Live" clId="Web-{83075ABF-7A21-B186-2541-2A3DDE00CE8C}" dt="2026-06-14T10:13:04.418" v="24"/>
          <ac:picMkLst>
            <pc:docMk/>
            <pc:sldMk cId="1479007258" sldId="331"/>
            <ac:picMk id="2" creationId="{9DAF9018-2B83-8D66-A7D9-3B2BBDFDD276}"/>
          </ac:picMkLst>
        </pc:picChg>
      </pc:sldChg>
    </pc:docChg>
  </pc:docChgLst>
  <pc:docChgLst>
    <pc:chgData name="Guest User" providerId="Windows Live" clId="Web-{3391FA27-707D-A9A2-AA3F-97208F57BA10}"/>
    <pc:docChg chg="modSld">
      <pc:chgData name="Guest User" userId="" providerId="Windows Live" clId="Web-{3391FA27-707D-A9A2-AA3F-97208F57BA10}" dt="2026-06-15T05:33:18.744" v="0" actId="14100"/>
      <pc:docMkLst>
        <pc:docMk/>
      </pc:docMkLst>
      <pc:sldChg chg="modSp">
        <pc:chgData name="Guest User" userId="" providerId="Windows Live" clId="Web-{3391FA27-707D-A9A2-AA3F-97208F57BA10}" dt="2026-06-15T05:33:18.744" v="0" actId="14100"/>
        <pc:sldMkLst>
          <pc:docMk/>
          <pc:sldMk cId="2692336543" sldId="335"/>
        </pc:sldMkLst>
        <pc:picChg chg="mod">
          <ac:chgData name="Guest User" userId="" providerId="Windows Live" clId="Web-{3391FA27-707D-A9A2-AA3F-97208F57BA10}" dt="2026-06-15T05:33:18.744" v="0" actId="14100"/>
          <ac:picMkLst>
            <pc:docMk/>
            <pc:sldMk cId="2692336543" sldId="335"/>
            <ac:picMk id="618" creationId="{3A75BAB6-B3B2-FA05-8B23-562A03D9C9CB}"/>
          </ac:picMkLst>
        </pc:picChg>
      </pc:sldChg>
    </pc:docChg>
  </pc:docChgLst>
  <pc:docChgLst>
    <pc:chgData name="Guest User" providerId="Windows Live" clId="Web-{0C92ACBA-335E-2FE5-FE53-8D14AE6D138A}"/>
    <pc:docChg chg="addSld modSld">
      <pc:chgData name="Guest User" userId="" providerId="Windows Live" clId="Web-{0C92ACBA-335E-2FE5-FE53-8D14AE6D138A}" dt="2026-06-14T11:56:06.936" v="2"/>
      <pc:docMkLst>
        <pc:docMk/>
      </pc:docMkLst>
      <pc:sldChg chg="addSp modSp">
        <pc:chgData name="Guest User" userId="" providerId="Windows Live" clId="Web-{0C92ACBA-335E-2FE5-FE53-8D14AE6D138A}" dt="2026-06-14T11:55:29.840" v="0"/>
        <pc:sldMkLst>
          <pc:docMk/>
          <pc:sldMk cId="3610106202" sldId="334"/>
        </pc:sldMkLst>
        <pc:picChg chg="add mod">
          <ac:chgData name="Guest User" userId="" providerId="Windows Live" clId="Web-{0C92ACBA-335E-2FE5-FE53-8D14AE6D138A}" dt="2026-06-14T11:55:29.840" v="0"/>
          <ac:picMkLst>
            <pc:docMk/>
            <pc:sldMk cId="3610106202" sldId="334"/>
            <ac:picMk id="2" creationId="{D0953B3E-8411-3166-5512-B989E442148F}"/>
          </ac:picMkLst>
        </pc:picChg>
      </pc:sldChg>
      <pc:sldChg chg="addSp modSp new">
        <pc:chgData name="Guest User" userId="" providerId="Windows Live" clId="Web-{0C92ACBA-335E-2FE5-FE53-8D14AE6D138A}" dt="2026-06-14T11:56:06.936" v="2"/>
        <pc:sldMkLst>
          <pc:docMk/>
          <pc:sldMk cId="1970803121" sldId="337"/>
        </pc:sldMkLst>
        <pc:picChg chg="add mod">
          <ac:chgData name="Guest User" userId="" providerId="Windows Live" clId="Web-{0C92ACBA-335E-2FE5-FE53-8D14AE6D138A}" dt="2026-06-14T11:56:06.936" v="2"/>
          <ac:picMkLst>
            <pc:docMk/>
            <pc:sldMk cId="1970803121" sldId="337"/>
            <ac:picMk id="2" creationId="{21B493FE-A525-9A9E-8A51-5B92B4CD4AA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FFAAA7-F04D-4C6A-A7C0-F1C334F19B6B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C1D938-5C30-49E8-8203-35063823D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834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716CE-4F54-FDB7-A50A-9F49BDB43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44D951-2B9F-925F-DE89-BEF829322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8EE7FF-E788-69E2-FF48-AB4D587AB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B5FCC-1CD7-ADE9-8CAC-8E7364CC92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D7014-8244-4FA5-8724-8528B68F0D1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489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16334-184D-C135-4D18-4B7237249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DA92C8-C725-F6E7-20CC-9E608ADEE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3F97DE-51E1-DA48-246E-E67DEEDCF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D89A9-E62B-A10B-B82C-23B5105A8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D7014-8244-4FA5-8724-8528B68F0D1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570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11BF-11F9-36CA-6550-31493147F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245D1-F504-3EAD-C9AE-D92726491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2F0BE0-67FF-2A05-0490-D9BC502BC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EB2B6-019D-1B94-1CAB-8B4F3BD7D2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6D7014-8244-4FA5-8724-8528B68F0D1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6489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9979B-52B7-0CCF-014E-EEB358215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9FB77-8BF6-6BE3-CA90-06F5BB33BE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F8D05-7715-C1B3-1C97-F0CCD8A08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9212-42BD-4FBB-9D91-F112E1159C8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C1A9B-DEF4-0449-4B45-EF32E2361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75725-E8BD-372D-25FA-3F1CE9F8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E2A73-37BB-417D-8A02-1D32548E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118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1FF6F-4033-C76E-A812-43A62FCEA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CEC96-1841-A981-3B9C-E80CB8D38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AD9B5-D2A8-2A37-3A3C-34121452D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9212-42BD-4FBB-9D91-F112E1159C8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5C408-E804-0252-C855-615B54AA2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1794B-ECE0-44BD-32E1-240F353F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E2A73-37BB-417D-8A02-1D32548E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155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54C09-E76E-037B-B78B-3F9B187D5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A1ED6-85B3-CCD0-E8BF-547FDCD40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F7ED4-76F1-9C95-B9FA-28F1BB42D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9212-42BD-4FBB-9D91-F112E1159C8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D7EE0-2EA0-D7CB-E07F-02481C41D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7677B-CD4F-5DBB-9702-9D1E226E1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E2A73-37BB-417D-8A02-1D32548E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46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9B09-1B6C-2FA1-32B8-85E59D3A8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799B2-1B7B-99AC-82EF-E9028EAA39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F6957-D4A2-526F-1F9B-473D484CB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5FD69-7B44-CCAB-EBD1-A952171E4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9212-42BD-4FBB-9D91-F112E1159C8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F7E2B-BAD4-D1F6-15DF-239C4E569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494D9-90A9-E4FF-0A50-D79341BFE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E2A73-37BB-417D-8A02-1D32548E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234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51583-5DD7-8344-1603-6F36AB5A8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6A995-5DCC-CA7B-4890-11A4D187D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C61C-8BE0-5992-031B-EBC413C9ED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07188C-A87A-6B96-29FD-4A479E0E30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7F6F02-FB70-E226-99D6-C0BF82A5A8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7EA386-029F-0794-A749-98B8CB94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9212-42BD-4FBB-9D91-F112E1159C8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12D33E-5EE1-6682-4FE7-349274C0B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7DEFFD-BEFB-E725-9EB7-22F6EF947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E2A73-37BB-417D-8A02-1D32548E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40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06151-6246-C1BB-3425-BDDEACE0E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C6DE2B-8A22-9428-D1EB-5C7D2635E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9212-42BD-4FBB-9D91-F112E1159C8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1472B0-D0A6-1642-C866-1C328AD75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2D8BA-F274-38BA-80BA-98920F24D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E2A73-37BB-417D-8A02-1D32548E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74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0A319E-3646-A5FE-D5DA-F3D1DE280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9212-42BD-4FBB-9D91-F112E1159C8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51BD44-B335-9BF6-FC01-610D4BF1A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BCBF6-C674-C20C-FBE9-B3969966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E2A73-37BB-417D-8A02-1D32548E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79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6EFA0-6247-7E53-75B3-28BE46A9D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5ACA6-B64D-8CEC-8C05-08FC36D58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F76CBC-E820-2FFD-4444-A5869F606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433E4-6909-E200-A552-997BA743E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9212-42BD-4FBB-9D91-F112E1159C8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7264BB-1D62-9261-17D4-7095B5C06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46C8A-0871-D314-A9C7-1509DFE1F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E2A73-37BB-417D-8A02-1D32548E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251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283A4-D002-DF25-919E-1833B73F3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5AFFC5-F26B-8D56-E86D-E80B7D4E54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78D6E-ECF1-AB5A-E8F5-DDDFE5154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CF149-B734-97E0-F401-5A5D51E9C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9212-42BD-4FBB-9D91-F112E1159C8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33AB2-38CD-A13E-52F8-ABD84F8F8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8BB00-9517-1542-40BA-A9A73F5B8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E2A73-37BB-417D-8A02-1D32548E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524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A55A1-9233-6453-2EF5-9FBE1FC2A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078CB-B07D-1382-1417-46FA5993FC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F7665-A3D9-2405-6C64-65F05F949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9212-42BD-4FBB-9D91-F112E1159C8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39646-975F-EB60-2A97-28728F4F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F62DB-6DCA-68CF-044C-FC7FA3D37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E2A73-37BB-417D-8A02-1D32548E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725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61D859-DE90-EBDB-C5B9-1A12161C78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18E824-B15C-6177-76CF-AB5CF16FA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273B7-1FEB-6944-B2E5-C2B9827C4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9212-42BD-4FBB-9D91-F112E1159C8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7441A-1504-0E92-C387-AE7DD13C4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CAF91-2957-47CA-8C05-D2571C888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E2A73-37BB-417D-8A02-1D32548E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344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B44556-F704-06A0-D44D-A6835AB92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DE9FB-CFAD-1849-6965-B089DB2A3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CDE07-8288-8FBA-15FB-CFB8F905DB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39212-42BD-4FBB-9D91-F112E1159C8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46B51-CE05-54E9-38E0-D887558AF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CCB5A-CB53-770D-7933-DAFECF838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E2A73-37BB-417D-8A02-1D32548E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96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13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AEBB82B-EC4E-09CF-0624-C31224A94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235" y="-52134"/>
            <a:ext cx="7256511" cy="6910134"/>
          </a:xfrm>
          <a:prstGeom prst="rect">
            <a:avLst/>
          </a:prstGeom>
        </p:spPr>
      </p:pic>
      <p:pic>
        <p:nvPicPr>
          <p:cNvPr id="31" name="Google Shape;84;p13" descr="image.png">
            <a:extLst>
              <a:ext uri="{FF2B5EF4-FFF2-40B4-BE49-F238E27FC236}">
                <a16:creationId xmlns:a16="http://schemas.microsoft.com/office/drawing/2014/main" id="{9AA319B3-1C1D-D80A-83A3-180B63EF20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52134"/>
            <a:ext cx="4990236" cy="6910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85;p13" descr="image.png">
            <a:extLst>
              <a:ext uri="{FF2B5EF4-FFF2-40B4-BE49-F238E27FC236}">
                <a16:creationId xmlns:a16="http://schemas.microsoft.com/office/drawing/2014/main" id="{BD8A1B0B-EEB8-F7DE-639B-BAE802D1A0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5841" y="707289"/>
            <a:ext cx="4433318" cy="4565687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87;p13">
            <a:extLst>
              <a:ext uri="{FF2B5EF4-FFF2-40B4-BE49-F238E27FC236}">
                <a16:creationId xmlns:a16="http://schemas.microsoft.com/office/drawing/2014/main" id="{C177CD61-4A2B-16C2-3032-E94E0461812F}"/>
              </a:ext>
            </a:extLst>
          </p:cNvPr>
          <p:cNvSpPr/>
          <p:nvPr/>
        </p:nvSpPr>
        <p:spPr>
          <a:xfrm>
            <a:off x="927668" y="1203772"/>
            <a:ext cx="600466" cy="67376"/>
          </a:xfrm>
          <a:prstGeom prst="rect">
            <a:avLst/>
          </a:prstGeom>
          <a:solidFill>
            <a:srgbClr val="7399C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88;p13">
            <a:extLst>
              <a:ext uri="{FF2B5EF4-FFF2-40B4-BE49-F238E27FC236}">
                <a16:creationId xmlns:a16="http://schemas.microsoft.com/office/drawing/2014/main" id="{1FD81C82-8706-7C14-3E31-661C6A4FFDB0}"/>
              </a:ext>
            </a:extLst>
          </p:cNvPr>
          <p:cNvSpPr txBox="1"/>
          <p:nvPr/>
        </p:nvSpPr>
        <p:spPr>
          <a:xfrm>
            <a:off x="927668" y="1297215"/>
            <a:ext cx="3660414" cy="2843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Goldman Sachs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India Hackathon</a:t>
            </a:r>
            <a:endParaRPr/>
          </a:p>
        </p:txBody>
      </p:sp>
      <p:sp>
        <p:nvSpPr>
          <p:cNvPr id="39" name="Google Shape;89;p13">
            <a:extLst>
              <a:ext uri="{FF2B5EF4-FFF2-40B4-BE49-F238E27FC236}">
                <a16:creationId xmlns:a16="http://schemas.microsoft.com/office/drawing/2014/main" id="{FE8967A8-5F5B-E06E-F979-421546789A20}"/>
              </a:ext>
            </a:extLst>
          </p:cNvPr>
          <p:cNvSpPr txBox="1"/>
          <p:nvPr/>
        </p:nvSpPr>
        <p:spPr>
          <a:xfrm>
            <a:off x="927668" y="4336652"/>
            <a:ext cx="3486109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chemeClr val="bg2">
                    <a:lumMod val="90000"/>
                  </a:schemeClr>
                </a:solidFill>
                <a:latin typeface="DM Sans Medium"/>
                <a:ea typeface="DM Sans Medium"/>
                <a:cs typeface="DM Sans Medium"/>
                <a:sym typeface="DM Sans Medium"/>
              </a:rPr>
              <a:t>2026 | QUANTITATIVE TRACK</a:t>
            </a:r>
            <a:endParaRPr>
              <a:solidFill>
                <a:schemeClr val="bg2">
                  <a:lumMod val="90000"/>
                </a:schemeClr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AB6B38B-74AD-DC7D-C57F-EC3E3FAD9882}"/>
              </a:ext>
            </a:extLst>
          </p:cNvPr>
          <p:cNvGrpSpPr/>
          <p:nvPr/>
        </p:nvGrpSpPr>
        <p:grpSpPr>
          <a:xfrm>
            <a:off x="860243" y="5399156"/>
            <a:ext cx="3727839" cy="1149249"/>
            <a:chOff x="927668" y="5347022"/>
            <a:chExt cx="3727839" cy="114924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5789D2D-B99B-995A-F7B0-6E971D8C911A}"/>
                </a:ext>
              </a:extLst>
            </p:cNvPr>
            <p:cNvSpPr txBox="1"/>
            <p:nvPr/>
          </p:nvSpPr>
          <p:spPr>
            <a:xfrm>
              <a:off x="927668" y="5347022"/>
              <a:ext cx="25673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Merriweather" panose="00000500000000000000" pitchFamily="2" charset="0"/>
                </a:rPr>
                <a:t>Sarvesh Joshi</a:t>
              </a:r>
              <a:endParaRPr lang="en-IN" sz="2400">
                <a:solidFill>
                  <a:schemeClr val="accent6">
                    <a:lumMod val="20000"/>
                    <a:lumOff val="80000"/>
                  </a:schemeClr>
                </a:solidFill>
                <a:latin typeface="Merriweather" panose="00000500000000000000" pitchFamily="2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F871645-5686-2AA2-45DC-9C2397F6ABD3}"/>
                </a:ext>
              </a:extLst>
            </p:cNvPr>
            <p:cNvSpPr txBox="1"/>
            <p:nvPr/>
          </p:nvSpPr>
          <p:spPr>
            <a:xfrm>
              <a:off x="949346" y="5911496"/>
              <a:ext cx="370616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solidFill>
                    <a:schemeClr val="bg2">
                      <a:lumMod val="90000"/>
                    </a:schemeClr>
                  </a:solidFill>
                  <a:latin typeface="DM Sans Medium" pitchFamily="2" charset="0"/>
                </a:rPr>
                <a:t>IIT Guwahati </a:t>
              </a:r>
            </a:p>
            <a:p>
              <a:r>
                <a:rPr lang="en-US" sz="1600">
                  <a:solidFill>
                    <a:schemeClr val="bg2">
                      <a:lumMod val="90000"/>
                    </a:schemeClr>
                  </a:solidFill>
                  <a:latin typeface="DM Sans Medium" pitchFamily="2" charset="0"/>
                </a:rPr>
                <a:t>Computer Science and Engineering</a:t>
              </a:r>
              <a:endParaRPr lang="en-IN" sz="1600">
                <a:solidFill>
                  <a:schemeClr val="bg2">
                    <a:lumMod val="90000"/>
                  </a:schemeClr>
                </a:solidFill>
                <a:latin typeface="DM Sans 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8017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2321B6-3695-2642-744F-39DB2B642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">
            <a:extLst>
              <a:ext uri="{FF2B5EF4-FFF2-40B4-BE49-F238E27FC236}">
                <a16:creationId xmlns:a16="http://schemas.microsoft.com/office/drawing/2014/main" id="{E238FE34-7859-2B7F-C728-16E5709E6E36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r">
            <a:extLst>
              <a:ext uri="{FF2B5EF4-FFF2-40B4-BE49-F238E27FC236}">
                <a16:creationId xmlns:a16="http://schemas.microsoft.com/office/drawing/2014/main" id="{EA07EE36-CF03-C6B2-24E2-05332D276B5F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t">
            <a:extLst>
              <a:ext uri="{FF2B5EF4-FFF2-40B4-BE49-F238E27FC236}">
                <a16:creationId xmlns:a16="http://schemas.microsoft.com/office/drawing/2014/main" id="{B3C93D98-58CE-6072-FCB6-45BAEDAB142C}"/>
              </a:ext>
            </a:extLst>
          </p:cNvPr>
          <p:cNvSpPr/>
          <p:nvPr/>
        </p:nvSpPr>
        <p:spPr>
          <a:xfrm>
            <a:off x="368300" y="131959"/>
            <a:ext cx="3407065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US" sz="2600" b="1">
                <a:solidFill>
                  <a:srgbClr val="1A1A1A"/>
                </a:solidFill>
                <a:latin typeface="Georgia"/>
              </a:rPr>
              <a:t>ETF Proxy Models</a:t>
            </a:r>
          </a:p>
        </p:txBody>
      </p:sp>
      <p:sp>
        <p:nvSpPr>
          <p:cNvPr id="220" name="chev">
            <a:extLst>
              <a:ext uri="{FF2B5EF4-FFF2-40B4-BE49-F238E27FC236}">
                <a16:creationId xmlns:a16="http://schemas.microsoft.com/office/drawing/2014/main" id="{AA5DD88D-347F-02D6-3E19-7D973708B34E}"/>
              </a:ext>
            </a:extLst>
          </p:cNvPr>
          <p:cNvSpPr/>
          <p:nvPr/>
        </p:nvSpPr>
        <p:spPr>
          <a:xfrm>
            <a:off x="4063351" y="2308376"/>
            <a:ext cx="224498" cy="257289"/>
          </a:xfrm>
          <a:prstGeom prst="chevron">
            <a:avLst>
              <a:gd name="adj" fmla="val 60000"/>
            </a:avLst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4" name="t">
            <a:extLst>
              <a:ext uri="{FF2B5EF4-FFF2-40B4-BE49-F238E27FC236}">
                <a16:creationId xmlns:a16="http://schemas.microsoft.com/office/drawing/2014/main" id="{04BB0676-94B2-50E9-7D3C-99B79013803A}"/>
              </a:ext>
            </a:extLst>
          </p:cNvPr>
          <p:cNvSpPr/>
          <p:nvPr/>
        </p:nvSpPr>
        <p:spPr>
          <a:xfrm>
            <a:off x="863600" y="2260600"/>
            <a:ext cx="3225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en-US" sz="1250" b="1">
              <a:solidFill>
                <a:srgbClr val="1A1A1A"/>
              </a:solidFill>
            </a:endParaRPr>
          </a:p>
        </p:txBody>
      </p:sp>
      <p:sp>
        <p:nvSpPr>
          <p:cNvPr id="920" name="LinRegCallout">
            <a:extLst>
              <a:ext uri="{FF2B5EF4-FFF2-40B4-BE49-F238E27FC236}">
                <a16:creationId xmlns:a16="http://schemas.microsoft.com/office/drawing/2014/main" id="{8130E291-D53C-6BEA-EFDD-1F5951D97B68}"/>
              </a:ext>
            </a:extLst>
          </p:cNvPr>
          <p:cNvSpPr/>
          <p:nvPr/>
        </p:nvSpPr>
        <p:spPr>
          <a:xfrm>
            <a:off x="809694" y="3957176"/>
            <a:ext cx="2820720" cy="47437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Georgia"/>
              </a:rPr>
              <a:t>Linear Regression?</a:t>
            </a:r>
          </a:p>
        </p:txBody>
      </p:sp>
      <p:sp>
        <p:nvSpPr>
          <p:cNvPr id="1001" name="ImprovBg">
            <a:extLst>
              <a:ext uri="{FF2B5EF4-FFF2-40B4-BE49-F238E27FC236}">
                <a16:creationId xmlns:a16="http://schemas.microsoft.com/office/drawing/2014/main" id="{D8ABD04C-3F5F-8DA7-2DAC-B48EB0382165}"/>
              </a:ext>
            </a:extLst>
          </p:cNvPr>
          <p:cNvSpPr>
            <a:spLocks noGrp="1"/>
          </p:cNvSpPr>
          <p:nvPr/>
        </p:nvSpPr>
        <p:spPr>
          <a:xfrm>
            <a:off x="322855" y="4741773"/>
            <a:ext cx="11695936" cy="1948656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36000"/>
          <a:lstStyle/>
          <a:p>
            <a:endParaRPr lang="en-US"/>
          </a:p>
        </p:txBody>
      </p:sp>
      <p:sp>
        <p:nvSpPr>
          <p:cNvPr id="1004" name="ImprovDiv">
            <a:extLst>
              <a:ext uri="{FF2B5EF4-FFF2-40B4-BE49-F238E27FC236}">
                <a16:creationId xmlns:a16="http://schemas.microsoft.com/office/drawing/2014/main" id="{AFA148B0-F232-CE41-099F-45B95F2795DF}"/>
              </a:ext>
            </a:extLst>
          </p:cNvPr>
          <p:cNvSpPr>
            <a:spLocks noGrp="1"/>
          </p:cNvSpPr>
          <p:nvPr/>
        </p:nvSpPr>
        <p:spPr>
          <a:xfrm>
            <a:off x="6053678" y="5225075"/>
            <a:ext cx="45719" cy="1390171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5" name="ImprovLeft">
            <a:extLst>
              <a:ext uri="{FF2B5EF4-FFF2-40B4-BE49-F238E27FC236}">
                <a16:creationId xmlns:a16="http://schemas.microsoft.com/office/drawing/2014/main" id="{A4C75D11-22DC-0A41-59B7-34B296887F1E}"/>
              </a:ext>
            </a:extLst>
          </p:cNvPr>
          <p:cNvSpPr txBox="1">
            <a:spLocks noGrp="1"/>
          </p:cNvSpPr>
          <p:nvPr/>
        </p:nvSpPr>
        <p:spPr>
          <a:xfrm>
            <a:off x="452255" y="5639525"/>
            <a:ext cx="5491345" cy="954107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5A5A5A"/>
                </a:solidFill>
              </a:rPr>
              <a:t>No transaction cost penalty — incorporate into the objective function of an optimizer or scale data by 1/(transaction_cost).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5A5A5A"/>
                </a:solidFill>
              </a:rPr>
              <a:t>The instrument selector is blind to transaction costs. Dropping it and incorporating transaction cost into an optimizer would be better.</a:t>
            </a:r>
          </a:p>
        </p:txBody>
      </p:sp>
      <p:sp>
        <p:nvSpPr>
          <p:cNvPr id="1006" name="ImprovRight">
            <a:extLst>
              <a:ext uri="{FF2B5EF4-FFF2-40B4-BE49-F238E27FC236}">
                <a16:creationId xmlns:a16="http://schemas.microsoft.com/office/drawing/2014/main" id="{5C36469A-659D-9629-7BE5-217C35A7A2E9}"/>
              </a:ext>
            </a:extLst>
          </p:cNvPr>
          <p:cNvSpPr txBox="1">
            <a:spLocks noGrp="1"/>
          </p:cNvSpPr>
          <p:nvPr/>
        </p:nvSpPr>
        <p:spPr>
          <a:xfrm>
            <a:off x="6121400" y="5640840"/>
            <a:ext cx="5778500" cy="73866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5A5A5A"/>
                </a:solidFill>
              </a:rPr>
              <a:t>Account for the DV01 metric – longer duration bonds show more DV01 than shorter durations.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5A5A5A"/>
                </a:solidFill>
              </a:rPr>
              <a:t>Regime detection – improve upon the plan for high volatility regimes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16BF14-CC1E-8303-B8C7-0630D331FEBC}"/>
              </a:ext>
            </a:extLst>
          </p:cNvPr>
          <p:cNvSpPr txBox="1"/>
          <p:nvPr/>
        </p:nvSpPr>
        <p:spPr>
          <a:xfrm>
            <a:off x="430530" y="5270193"/>
            <a:ext cx="171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Hedge -</a:t>
            </a:r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3982F2-F0E4-3FCF-71A8-EDE0EE618740}"/>
              </a:ext>
            </a:extLst>
          </p:cNvPr>
          <p:cNvSpPr txBox="1"/>
          <p:nvPr/>
        </p:nvSpPr>
        <p:spPr>
          <a:xfrm>
            <a:off x="6235700" y="5270875"/>
            <a:ext cx="3045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NAV and Risk Model -</a:t>
            </a:r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1B98E3-5043-6C9E-068E-9FA663C48DF3}"/>
              </a:ext>
            </a:extLst>
          </p:cNvPr>
          <p:cNvGrpSpPr/>
          <p:nvPr/>
        </p:nvGrpSpPr>
        <p:grpSpPr>
          <a:xfrm>
            <a:off x="137950" y="667819"/>
            <a:ext cx="3897726" cy="3980940"/>
            <a:chOff x="137950" y="667819"/>
            <a:chExt cx="3897726" cy="398094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4B32B3C-73FD-1F1A-7EE8-5614F504F6A4}"/>
                </a:ext>
              </a:extLst>
            </p:cNvPr>
            <p:cNvGrpSpPr/>
            <p:nvPr/>
          </p:nvGrpSpPr>
          <p:grpSpPr>
            <a:xfrm>
              <a:off x="792421" y="1295750"/>
              <a:ext cx="2662476" cy="752901"/>
              <a:chOff x="444500" y="1456755"/>
              <a:chExt cx="2578100" cy="703526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A61DEA8C-E2B7-1C37-1DA1-3FA65D777529}"/>
                  </a:ext>
                </a:extLst>
              </p:cNvPr>
              <p:cNvSpPr/>
              <p:nvPr/>
            </p:nvSpPr>
            <p:spPr>
              <a:xfrm>
                <a:off x="444500" y="1469819"/>
                <a:ext cx="2578100" cy="685972"/>
              </a:xfrm>
              <a:prstGeom prst="roundRect">
                <a:avLst/>
              </a:prstGeom>
              <a:solidFill>
                <a:srgbClr val="F9E19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9B7FD0FB-41A8-684E-7CCD-A0F1D4DC5E96}"/>
                      </a:ext>
                    </a:extLst>
                  </p:cNvPr>
                  <p:cNvSpPr txBox="1"/>
                  <p:nvPr/>
                </p:nvSpPr>
                <p:spPr>
                  <a:xfrm>
                    <a:off x="509262" y="1456755"/>
                    <a:ext cx="2443489" cy="70352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𝐸𝑇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𝑃𝑟𝑜𝑥𝑦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IN"/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9B7FD0FB-41A8-684E-7CCD-A0F1D4DC5E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9262" y="1456755"/>
                    <a:ext cx="2443489" cy="70352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10" name="NAVbox">
              <a:extLst>
                <a:ext uri="{FF2B5EF4-FFF2-40B4-BE49-F238E27FC236}">
                  <a16:creationId xmlns:a16="http://schemas.microsoft.com/office/drawing/2014/main" id="{40131A12-4987-946B-6E32-39CBAF1F0496}"/>
                </a:ext>
              </a:extLst>
            </p:cNvPr>
            <p:cNvSpPr/>
            <p:nvPr/>
          </p:nvSpPr>
          <p:spPr>
            <a:xfrm>
              <a:off x="494189" y="2824153"/>
              <a:ext cx="1498600" cy="4318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txBody>
            <a:bodyPr rtlCol="0" anchor="ctr">
              <a:noAutofit/>
            </a:bodyPr>
            <a:lstStyle/>
            <a:p>
              <a:pPr algn="ctr">
                <a:buNone/>
              </a:pPr>
              <a:r>
                <a:rPr lang="en-US" sz="1400">
                  <a:solidFill>
                    <a:srgbClr val="1A1A1A"/>
                  </a:solidFill>
                </a:rPr>
                <a:t>NAV weights</a:t>
              </a:r>
            </a:p>
          </p:txBody>
        </p:sp>
        <p:sp>
          <p:nvSpPr>
            <p:cNvPr id="911" name="RISKbox">
              <a:extLst>
                <a:ext uri="{FF2B5EF4-FFF2-40B4-BE49-F238E27FC236}">
                  <a16:creationId xmlns:a16="http://schemas.microsoft.com/office/drawing/2014/main" id="{938B8994-0D7B-B0D4-57AD-ADFAAB077948}"/>
                </a:ext>
              </a:extLst>
            </p:cNvPr>
            <p:cNvSpPr/>
            <p:nvPr/>
          </p:nvSpPr>
          <p:spPr>
            <a:xfrm>
              <a:off x="494189" y="3395589"/>
              <a:ext cx="1498600" cy="4318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txBody>
            <a:bodyPr rtlCol="0" anchor="ctr">
              <a:noAutofit/>
            </a:bodyPr>
            <a:lstStyle/>
            <a:p>
              <a:pPr algn="ctr">
                <a:buNone/>
              </a:pPr>
              <a:r>
                <a:rPr lang="en-US" sz="1400">
                  <a:solidFill>
                    <a:srgbClr val="1A1A1A"/>
                  </a:solidFill>
                </a:rPr>
                <a:t>Risk weights</a:t>
              </a:r>
            </a:p>
          </p:txBody>
        </p:sp>
        <p:sp>
          <p:nvSpPr>
            <p:cNvPr id="912" name="Arrow912">
              <a:extLst>
                <a:ext uri="{FF2B5EF4-FFF2-40B4-BE49-F238E27FC236}">
                  <a16:creationId xmlns:a16="http://schemas.microsoft.com/office/drawing/2014/main" id="{03B685EA-1C52-F923-06D1-3AB945453081}"/>
                </a:ext>
              </a:extLst>
            </p:cNvPr>
            <p:cNvSpPr/>
            <p:nvPr/>
          </p:nvSpPr>
          <p:spPr>
            <a:xfrm>
              <a:off x="2133205" y="2925752"/>
              <a:ext cx="330200" cy="177800"/>
            </a:xfrm>
            <a:prstGeom prst="rightArrow">
              <a:avLst/>
            </a:prstGeom>
            <a:solidFill>
              <a:srgbClr val="C8102E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Arrow913">
              <a:extLst>
                <a:ext uri="{FF2B5EF4-FFF2-40B4-BE49-F238E27FC236}">
                  <a16:creationId xmlns:a16="http://schemas.microsoft.com/office/drawing/2014/main" id="{C017BD30-E375-0C3F-B13A-0F640B295AF6}"/>
                </a:ext>
              </a:extLst>
            </p:cNvPr>
            <p:cNvSpPr/>
            <p:nvPr/>
          </p:nvSpPr>
          <p:spPr>
            <a:xfrm>
              <a:off x="2127469" y="3467195"/>
              <a:ext cx="330200" cy="177800"/>
            </a:xfrm>
            <a:prstGeom prst="rightArrow">
              <a:avLst/>
            </a:prstGeom>
            <a:solidFill>
              <a:srgbClr val="C8102E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HEDGEbox">
              <a:extLst>
                <a:ext uri="{FF2B5EF4-FFF2-40B4-BE49-F238E27FC236}">
                  <a16:creationId xmlns:a16="http://schemas.microsoft.com/office/drawing/2014/main" id="{21F873B9-CA10-4318-1C22-A9930F7DEFF0}"/>
                </a:ext>
              </a:extLst>
            </p:cNvPr>
            <p:cNvSpPr/>
            <p:nvPr/>
          </p:nvSpPr>
          <p:spPr>
            <a:xfrm>
              <a:off x="2603821" y="2835910"/>
              <a:ext cx="1279331" cy="944928"/>
            </a:xfrm>
            <a:prstGeom prst="roundRect">
              <a:avLst/>
            </a:prstGeom>
            <a:solidFill>
              <a:srgbClr val="FBE9E9"/>
            </a:solidFill>
            <a:ln w="19050">
              <a:solidFill>
                <a:srgbClr val="C8102E"/>
              </a:solidFill>
              <a:prstDash val="dash"/>
            </a:ln>
          </p:spPr>
          <p:txBody>
            <a:bodyPr rtlCol="0" anchor="ctr">
              <a:noAutofit/>
            </a:bodyPr>
            <a:lstStyle/>
            <a:p>
              <a:pPr algn="ctr">
                <a:buNone/>
              </a:pPr>
              <a:r>
                <a:rPr lang="en-US" sz="1400" b="1">
                  <a:solidFill>
                    <a:srgbClr val="C8102E"/>
                  </a:solidFill>
                </a:rPr>
                <a:t>Hedge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7DCB0E7F-6378-F911-BC6A-F3B097B04B10}"/>
                </a:ext>
              </a:extLst>
            </p:cNvPr>
            <p:cNvSpPr/>
            <p:nvPr/>
          </p:nvSpPr>
          <p:spPr>
            <a:xfrm>
              <a:off x="322585" y="667819"/>
              <a:ext cx="3713091" cy="3980940"/>
            </a:xfrm>
            <a:prstGeom prst="roundRect">
              <a:avLst>
                <a:gd name="adj" fmla="val 2822"/>
              </a:avLst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9324A0D-00E6-053F-D459-3D427499BC44}"/>
                </a:ext>
              </a:extLst>
            </p:cNvPr>
            <p:cNvSpPr/>
            <p:nvPr/>
          </p:nvSpPr>
          <p:spPr>
            <a:xfrm>
              <a:off x="137950" y="822431"/>
              <a:ext cx="1927917" cy="344478"/>
            </a:xfrm>
            <a:prstGeom prst="rect">
              <a:avLst/>
            </a:prstGeom>
            <a:solidFill>
              <a:srgbClr val="C00000">
                <a:alpha val="14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rgbClr val="C00000"/>
                  </a:solidFill>
                </a:rPr>
                <a:t>     01</a:t>
              </a:r>
              <a:r>
                <a:rPr lang="en-US"/>
                <a:t> </a:t>
              </a:r>
              <a:r>
                <a:rPr lang="en-US" sz="1600" b="1">
                  <a:solidFill>
                    <a:schemeClr val="tx1"/>
                  </a:solidFill>
                </a:rPr>
                <a:t>The problem</a:t>
              </a:r>
              <a:endParaRPr lang="en-IN" sz="1600" b="1">
                <a:solidFill>
                  <a:schemeClr val="tx1"/>
                </a:solidFill>
              </a:endParaRPr>
            </a:p>
          </p:txBody>
        </p:sp>
        <p:sp>
          <p:nvSpPr>
            <p:cNvPr id="20" name="Right Triangle 19">
              <a:extLst>
                <a:ext uri="{FF2B5EF4-FFF2-40B4-BE49-F238E27FC236}">
                  <a16:creationId xmlns:a16="http://schemas.microsoft.com/office/drawing/2014/main" id="{250DF780-C71E-F135-14DA-F9F64844C37B}"/>
                </a:ext>
              </a:extLst>
            </p:cNvPr>
            <p:cNvSpPr/>
            <p:nvPr/>
          </p:nvSpPr>
          <p:spPr>
            <a:xfrm rot="10800000">
              <a:off x="146710" y="1159607"/>
              <a:ext cx="183293" cy="190695"/>
            </a:xfrm>
            <a:prstGeom prst="rtTriangle">
              <a:avLst/>
            </a:prstGeom>
            <a:solidFill>
              <a:srgbClr val="C00000">
                <a:alpha val="14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B6F6BE3-2E2D-0583-10C3-3EA5094F1579}"/>
                </a:ext>
              </a:extLst>
            </p:cNvPr>
            <p:cNvSpPr txBox="1"/>
            <p:nvPr/>
          </p:nvSpPr>
          <p:spPr>
            <a:xfrm>
              <a:off x="494189" y="2071706"/>
              <a:ext cx="338896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1200">
                  <a:latin typeface="+mj-lt"/>
                </a:rPr>
                <a:t>Proxy instruments include Proxy ETFs, Bonds, Futures, CDX.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1200">
                  <a:latin typeface="+mj-lt"/>
                </a:rPr>
                <a:t>We ignore Proxy ETFs for risk estimation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DEB8CFE-904C-A22E-62F0-45D02C164E31}"/>
              </a:ext>
            </a:extLst>
          </p:cNvPr>
          <p:cNvGrpSpPr/>
          <p:nvPr/>
        </p:nvGrpSpPr>
        <p:grpSpPr>
          <a:xfrm>
            <a:off x="4143923" y="667258"/>
            <a:ext cx="4189451" cy="3980940"/>
            <a:chOff x="4143923" y="667258"/>
            <a:chExt cx="4189451" cy="398094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6558AB92-F8A7-DDF5-8C60-D65020AC9C02}"/>
                </a:ext>
              </a:extLst>
            </p:cNvPr>
            <p:cNvGrpSpPr/>
            <p:nvPr/>
          </p:nvGrpSpPr>
          <p:grpSpPr>
            <a:xfrm>
              <a:off x="4444495" y="1244134"/>
              <a:ext cx="3888879" cy="3186714"/>
              <a:chOff x="4444496" y="1244135"/>
              <a:chExt cx="3687349" cy="2944068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FD676ED-098C-5E19-F47F-B8DC039CC44E}"/>
                  </a:ext>
                </a:extLst>
              </p:cNvPr>
              <p:cNvGrpSpPr/>
              <p:nvPr/>
            </p:nvGrpSpPr>
            <p:grpSpPr>
              <a:xfrm>
                <a:off x="4461041" y="1244135"/>
                <a:ext cx="3670804" cy="563498"/>
                <a:chOff x="4444496" y="1420987"/>
                <a:chExt cx="3670804" cy="563498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F2ED294F-99AC-2D3B-EAD4-C510A0494836}"/>
                    </a:ext>
                  </a:extLst>
                </p:cNvPr>
                <p:cNvGrpSpPr/>
                <p:nvPr/>
              </p:nvGrpSpPr>
              <p:grpSpPr>
                <a:xfrm>
                  <a:off x="4444496" y="1452934"/>
                  <a:ext cx="3116562" cy="531551"/>
                  <a:chOff x="4444496" y="1452934"/>
                  <a:chExt cx="3116562" cy="531551"/>
                </a:xfrm>
              </p:grpSpPr>
              <p:sp>
                <p:nvSpPr>
                  <p:cNvPr id="400" name="rfcard0">
                    <a:extLst>
                      <a:ext uri="{FF2B5EF4-FFF2-40B4-BE49-F238E27FC236}">
                        <a16:creationId xmlns:a16="http://schemas.microsoft.com/office/drawing/2014/main" id="{08E0753C-E27C-4A92-A381-1CB0624A8075}"/>
                      </a:ext>
                    </a:extLst>
                  </p:cNvPr>
                  <p:cNvSpPr/>
                  <p:nvPr/>
                </p:nvSpPr>
                <p:spPr>
                  <a:xfrm>
                    <a:off x="4468622" y="1452934"/>
                    <a:ext cx="3092436" cy="531523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E0E0E0"/>
                    </a:solidFill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401" name="rfbar0">
                    <a:extLst>
                      <a:ext uri="{FF2B5EF4-FFF2-40B4-BE49-F238E27FC236}">
                        <a16:creationId xmlns:a16="http://schemas.microsoft.com/office/drawing/2014/main" id="{B39D7C05-5682-99D0-C1D4-728DA7036C0C}"/>
                      </a:ext>
                    </a:extLst>
                  </p:cNvPr>
                  <p:cNvSpPr/>
                  <p:nvPr/>
                </p:nvSpPr>
                <p:spPr>
                  <a:xfrm>
                    <a:off x="4444496" y="1464130"/>
                    <a:ext cx="45719" cy="520355"/>
                  </a:xfrm>
                  <a:prstGeom prst="rect">
                    <a:avLst/>
                  </a:prstGeom>
                  <a:solidFill>
                    <a:srgbClr val="C8102E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</p:grpSp>
            <p:sp>
              <p:nvSpPr>
                <p:cNvPr id="402" name="rftxt0">
                  <a:extLst>
                    <a:ext uri="{FF2B5EF4-FFF2-40B4-BE49-F238E27FC236}">
                      <a16:creationId xmlns:a16="http://schemas.microsoft.com/office/drawing/2014/main" id="{96F26959-AF5E-C652-3400-41AA3EACD180}"/>
                    </a:ext>
                  </a:extLst>
                </p:cNvPr>
                <p:cNvSpPr/>
                <p:nvPr/>
              </p:nvSpPr>
              <p:spPr>
                <a:xfrm>
                  <a:off x="4502150" y="1420987"/>
                  <a:ext cx="3613150" cy="5634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rtlCol="0" anchor="ctr">
                  <a:noAutofit/>
                </a:bodyPr>
                <a:lstStyle/>
                <a:p>
                  <a:pPr algn="l">
                    <a:buNone/>
                  </a:pPr>
                  <a:r>
                    <a:rPr lang="en-US" sz="1000">
                      <a:solidFill>
                        <a:srgbClr val="5A5A5A"/>
                      </a:solidFill>
                    </a:rPr>
                    <a:t>Overfitting on noisy returns</a:t>
                  </a:r>
                </a:p>
                <a:p>
                  <a:pPr algn="l">
                    <a:buNone/>
                  </a:pPr>
                  <a:r>
                    <a:rPr lang="en-US" sz="1200" b="1">
                      <a:solidFill>
                        <a:srgbClr val="C8102E"/>
                      </a:solidFill>
                    </a:rPr>
                    <a:t>→ Ridge regression</a:t>
                  </a: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20BB60D5-42FC-CE87-3D72-AAFA1F5ABCF3}"/>
                  </a:ext>
                </a:extLst>
              </p:cNvPr>
              <p:cNvGrpSpPr/>
              <p:nvPr/>
            </p:nvGrpSpPr>
            <p:grpSpPr>
              <a:xfrm>
                <a:off x="4460995" y="1822395"/>
                <a:ext cx="3340614" cy="557084"/>
                <a:chOff x="4451601" y="2084516"/>
                <a:chExt cx="3340614" cy="557084"/>
              </a:xfrm>
            </p:grpSpPr>
            <p:sp>
              <p:nvSpPr>
                <p:cNvPr id="403" name="rfcard1">
                  <a:extLst>
                    <a:ext uri="{FF2B5EF4-FFF2-40B4-BE49-F238E27FC236}">
                      <a16:creationId xmlns:a16="http://schemas.microsoft.com/office/drawing/2014/main" id="{675958B1-E733-CF77-1216-AB15699FE933}"/>
                    </a:ext>
                  </a:extLst>
                </p:cNvPr>
                <p:cNvSpPr/>
                <p:nvPr/>
              </p:nvSpPr>
              <p:spPr>
                <a:xfrm>
                  <a:off x="4451601" y="2136352"/>
                  <a:ext cx="3109457" cy="505248"/>
                </a:xfrm>
                <a:prstGeom prst="rect">
                  <a:avLst/>
                </a:prstGeom>
                <a:solidFill>
                  <a:srgbClr val="FBE9E9"/>
                </a:solidFill>
                <a:ln w="9525">
                  <a:solidFill>
                    <a:srgbClr val="E0E0E0"/>
                  </a:solidFill>
                </a:ln>
              </p:spPr>
              <p:txBody>
                <a:bodyPr/>
                <a:lstStyle/>
                <a:p>
                  <a:endParaRPr/>
                </a:p>
              </p:txBody>
            </p: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5E63ED4D-5AD5-4D8F-BE43-0A4305F29950}"/>
                    </a:ext>
                  </a:extLst>
                </p:cNvPr>
                <p:cNvGrpSpPr/>
                <p:nvPr/>
              </p:nvGrpSpPr>
              <p:grpSpPr>
                <a:xfrm>
                  <a:off x="4451601" y="2084516"/>
                  <a:ext cx="3340614" cy="550420"/>
                  <a:chOff x="4451601" y="2084516"/>
                  <a:chExt cx="3340614" cy="550420"/>
                </a:xfrm>
              </p:grpSpPr>
              <p:sp>
                <p:nvSpPr>
                  <p:cNvPr id="405" name="rftxt1">
                    <a:extLst>
                      <a:ext uri="{FF2B5EF4-FFF2-40B4-BE49-F238E27FC236}">
                        <a16:creationId xmlns:a16="http://schemas.microsoft.com/office/drawing/2014/main" id="{1E63537D-B2D3-FC4D-3BA8-85115A507FDF}"/>
                      </a:ext>
                    </a:extLst>
                  </p:cNvPr>
                  <p:cNvSpPr/>
                  <p:nvPr/>
                </p:nvSpPr>
                <p:spPr>
                  <a:xfrm>
                    <a:off x="4490215" y="2084516"/>
                    <a:ext cx="3302000" cy="546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rtlCol="0" anchor="ctr">
                    <a:noAutofit/>
                  </a:bodyPr>
                  <a:lstStyle/>
                  <a:p>
                    <a:pPr algn="l">
                      <a:buNone/>
                    </a:pPr>
                    <a:r>
                      <a:rPr lang="en-US" sz="1000">
                        <a:solidFill>
                          <a:srgbClr val="5A5A5A"/>
                        </a:solidFill>
                      </a:rPr>
                      <a:t>Tiny weights → transaction costs may exceed profit</a:t>
                    </a:r>
                  </a:p>
                  <a:p>
                    <a:pPr algn="l">
                      <a:buNone/>
                    </a:pPr>
                    <a:r>
                      <a:rPr lang="en-US" sz="1200" b="1">
                        <a:solidFill>
                          <a:srgbClr val="C8102E"/>
                        </a:solidFill>
                      </a:rPr>
                      <a:t>→ Lasso (sparse weights)</a:t>
                    </a:r>
                  </a:p>
                </p:txBody>
              </p:sp>
              <p:sp>
                <p:nvSpPr>
                  <p:cNvPr id="8" name="rfbar0">
                    <a:extLst>
                      <a:ext uri="{FF2B5EF4-FFF2-40B4-BE49-F238E27FC236}">
                        <a16:creationId xmlns:a16="http://schemas.microsoft.com/office/drawing/2014/main" id="{C6DB6423-7F76-38F3-5B0D-D1AD484643ED}"/>
                      </a:ext>
                    </a:extLst>
                  </p:cNvPr>
                  <p:cNvSpPr/>
                  <p:nvPr/>
                </p:nvSpPr>
                <p:spPr>
                  <a:xfrm>
                    <a:off x="4451601" y="2114581"/>
                    <a:ext cx="45719" cy="520355"/>
                  </a:xfrm>
                  <a:prstGeom prst="rect">
                    <a:avLst/>
                  </a:prstGeom>
                  <a:solidFill>
                    <a:srgbClr val="C8102E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</p:grp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F544ECCB-A5DD-4C49-B476-F30E6839A7EF}"/>
                  </a:ext>
                </a:extLst>
              </p:cNvPr>
              <p:cNvGrpSpPr/>
              <p:nvPr/>
            </p:nvGrpSpPr>
            <p:grpSpPr>
              <a:xfrm>
                <a:off x="4451601" y="2473398"/>
                <a:ext cx="3357113" cy="546100"/>
                <a:chOff x="4444496" y="2743800"/>
                <a:chExt cx="3357113" cy="546100"/>
              </a:xfrm>
            </p:grpSpPr>
            <p:sp>
              <p:nvSpPr>
                <p:cNvPr id="406" name="rfcard2">
                  <a:extLst>
                    <a:ext uri="{FF2B5EF4-FFF2-40B4-BE49-F238E27FC236}">
                      <a16:creationId xmlns:a16="http://schemas.microsoft.com/office/drawing/2014/main" id="{296E0759-5020-210D-AE77-D93EE73F5AF7}"/>
                    </a:ext>
                  </a:extLst>
                </p:cNvPr>
                <p:cNvSpPr/>
                <p:nvPr/>
              </p:nvSpPr>
              <p:spPr>
                <a:xfrm>
                  <a:off x="4482208" y="2764156"/>
                  <a:ext cx="3078850" cy="5181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E0E0E0"/>
                  </a:solidFill>
                </a:ln>
              </p:spPr>
              <p:txBody>
                <a:bodyPr/>
                <a:lstStyle/>
                <a:p>
                  <a:endParaRPr/>
                </a:p>
              </p:txBody>
            </p: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4AC4D28D-3077-576C-1E12-D2E50290CB2A}"/>
                    </a:ext>
                  </a:extLst>
                </p:cNvPr>
                <p:cNvGrpSpPr/>
                <p:nvPr/>
              </p:nvGrpSpPr>
              <p:grpSpPr>
                <a:xfrm>
                  <a:off x="4444496" y="2743800"/>
                  <a:ext cx="3357113" cy="546100"/>
                  <a:chOff x="4444496" y="2743800"/>
                  <a:chExt cx="3357113" cy="546100"/>
                </a:xfrm>
              </p:grpSpPr>
              <p:sp>
                <p:nvSpPr>
                  <p:cNvPr id="408" name="rftxt2">
                    <a:extLst>
                      <a:ext uri="{FF2B5EF4-FFF2-40B4-BE49-F238E27FC236}">
                        <a16:creationId xmlns:a16="http://schemas.microsoft.com/office/drawing/2014/main" id="{3C9E93D5-3DC4-9ECD-964D-DE622B836E1B}"/>
                      </a:ext>
                    </a:extLst>
                  </p:cNvPr>
                  <p:cNvSpPr/>
                  <p:nvPr/>
                </p:nvSpPr>
                <p:spPr>
                  <a:xfrm>
                    <a:off x="4499609" y="2743800"/>
                    <a:ext cx="3302000" cy="546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rtlCol="0" anchor="ctr">
                    <a:noAutofit/>
                  </a:bodyPr>
                  <a:lstStyle/>
                  <a:p>
                    <a:pPr algn="l">
                      <a:buNone/>
                    </a:pPr>
                    <a:r>
                      <a:rPr lang="en-US" sz="1000">
                        <a:solidFill>
                          <a:srgbClr val="5A5A5A"/>
                        </a:solidFill>
                      </a:rPr>
                      <a:t>Unclean data — extreme outliers</a:t>
                    </a:r>
                  </a:p>
                  <a:p>
                    <a:pPr algn="l">
                      <a:buNone/>
                    </a:pPr>
                    <a:r>
                      <a:rPr lang="en-US" sz="1200" b="1">
                        <a:solidFill>
                          <a:srgbClr val="C8102E"/>
                        </a:solidFill>
                      </a:rPr>
                      <a:t>→ Winsorization</a:t>
                    </a:r>
                  </a:p>
                </p:txBody>
              </p:sp>
              <p:sp>
                <p:nvSpPr>
                  <p:cNvPr id="10" name="rfbar0">
                    <a:extLst>
                      <a:ext uri="{FF2B5EF4-FFF2-40B4-BE49-F238E27FC236}">
                        <a16:creationId xmlns:a16="http://schemas.microsoft.com/office/drawing/2014/main" id="{B289AF70-2D04-77C0-94A0-96EC8A3D8AB1}"/>
                      </a:ext>
                    </a:extLst>
                  </p:cNvPr>
                  <p:cNvSpPr/>
                  <p:nvPr/>
                </p:nvSpPr>
                <p:spPr>
                  <a:xfrm>
                    <a:off x="4444496" y="2759571"/>
                    <a:ext cx="45719" cy="520355"/>
                  </a:xfrm>
                  <a:prstGeom prst="rect">
                    <a:avLst/>
                  </a:prstGeom>
                  <a:solidFill>
                    <a:srgbClr val="C8102E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</p:grp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50573A3A-558C-AED1-A999-E5397A2F6847}"/>
                  </a:ext>
                </a:extLst>
              </p:cNvPr>
              <p:cNvGrpSpPr/>
              <p:nvPr/>
            </p:nvGrpSpPr>
            <p:grpSpPr>
              <a:xfrm>
                <a:off x="4451601" y="3056239"/>
                <a:ext cx="3304163" cy="546100"/>
                <a:chOff x="4451601" y="3386345"/>
                <a:chExt cx="3304163" cy="546100"/>
              </a:xfrm>
            </p:grpSpPr>
            <p:sp>
              <p:nvSpPr>
                <p:cNvPr id="409" name="rfcard3">
                  <a:extLst>
                    <a:ext uri="{FF2B5EF4-FFF2-40B4-BE49-F238E27FC236}">
                      <a16:creationId xmlns:a16="http://schemas.microsoft.com/office/drawing/2014/main" id="{5FAC49B7-A235-DE11-3A0E-B0F288DFCE9B}"/>
                    </a:ext>
                  </a:extLst>
                </p:cNvPr>
                <p:cNvSpPr/>
                <p:nvPr/>
              </p:nvSpPr>
              <p:spPr>
                <a:xfrm>
                  <a:off x="4482208" y="3412606"/>
                  <a:ext cx="3078850" cy="512964"/>
                </a:xfrm>
                <a:prstGeom prst="rect">
                  <a:avLst/>
                </a:prstGeom>
                <a:solidFill>
                  <a:srgbClr val="FBE9E9"/>
                </a:solidFill>
                <a:ln w="9525">
                  <a:solidFill>
                    <a:srgbClr val="E0E0E0"/>
                  </a:solidFill>
                </a:ln>
              </p:spPr>
              <p:txBody>
                <a:bodyPr/>
                <a:lstStyle/>
                <a:p>
                  <a:endParaRPr/>
                </a:p>
              </p:txBody>
            </p: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3D4536FD-B4F5-5254-F8D2-735A82D419C8}"/>
                    </a:ext>
                  </a:extLst>
                </p:cNvPr>
                <p:cNvGrpSpPr/>
                <p:nvPr/>
              </p:nvGrpSpPr>
              <p:grpSpPr>
                <a:xfrm>
                  <a:off x="4451601" y="3386345"/>
                  <a:ext cx="3304163" cy="546100"/>
                  <a:chOff x="4451601" y="3386345"/>
                  <a:chExt cx="3304163" cy="546100"/>
                </a:xfrm>
              </p:grpSpPr>
              <p:sp>
                <p:nvSpPr>
                  <p:cNvPr id="411" name="rftxt3">
                    <a:extLst>
                      <a:ext uri="{FF2B5EF4-FFF2-40B4-BE49-F238E27FC236}">
                        <a16:creationId xmlns:a16="http://schemas.microsoft.com/office/drawing/2014/main" id="{A28E67E3-99D5-AF78-FCE4-AFD89B0EC595}"/>
                      </a:ext>
                    </a:extLst>
                  </p:cNvPr>
                  <p:cNvSpPr/>
                  <p:nvPr/>
                </p:nvSpPr>
                <p:spPr>
                  <a:xfrm>
                    <a:off x="4453764" y="3386345"/>
                    <a:ext cx="3302000" cy="546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rtlCol="0" anchor="ctr">
                    <a:noAutofit/>
                  </a:bodyPr>
                  <a:lstStyle/>
                  <a:p>
                    <a:pPr algn="l">
                      <a:buNone/>
                    </a:pPr>
                    <a:r>
                      <a:rPr lang="en-US" sz="1000">
                        <a:solidFill>
                          <a:srgbClr val="5A5A5A"/>
                        </a:solidFill>
                      </a:rPr>
                      <a:t>Another step to ensure outliers do not distort the model</a:t>
                    </a:r>
                  </a:p>
                  <a:p>
                    <a:pPr algn="l">
                      <a:buNone/>
                    </a:pPr>
                    <a:r>
                      <a:rPr lang="en-US" sz="1200" b="1">
                        <a:solidFill>
                          <a:srgbClr val="C8102E"/>
                        </a:solidFill>
                      </a:rPr>
                      <a:t>→ Huber regressor</a:t>
                    </a:r>
                  </a:p>
                </p:txBody>
              </p:sp>
              <p:sp>
                <p:nvSpPr>
                  <p:cNvPr id="12" name="rfbar0">
                    <a:extLst>
                      <a:ext uri="{FF2B5EF4-FFF2-40B4-BE49-F238E27FC236}">
                        <a16:creationId xmlns:a16="http://schemas.microsoft.com/office/drawing/2014/main" id="{3EF0E238-8635-3DD1-929E-E756D2010E89}"/>
                      </a:ext>
                    </a:extLst>
                  </p:cNvPr>
                  <p:cNvSpPr/>
                  <p:nvPr/>
                </p:nvSpPr>
                <p:spPr>
                  <a:xfrm>
                    <a:off x="4451601" y="3408680"/>
                    <a:ext cx="45719" cy="520355"/>
                  </a:xfrm>
                  <a:prstGeom prst="rect">
                    <a:avLst/>
                  </a:prstGeom>
                  <a:solidFill>
                    <a:srgbClr val="C8102E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</p:grp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35BCAEC9-7BF6-0560-0F57-F19DED0909FB}"/>
                  </a:ext>
                </a:extLst>
              </p:cNvPr>
              <p:cNvGrpSpPr/>
              <p:nvPr/>
            </p:nvGrpSpPr>
            <p:grpSpPr>
              <a:xfrm>
                <a:off x="4444496" y="3636107"/>
                <a:ext cx="3311268" cy="552096"/>
                <a:chOff x="4444496" y="4040202"/>
                <a:chExt cx="3311268" cy="552096"/>
              </a:xfrm>
            </p:grpSpPr>
            <p:sp>
              <p:nvSpPr>
                <p:cNvPr id="412" name="rfcard4">
                  <a:extLst>
                    <a:ext uri="{FF2B5EF4-FFF2-40B4-BE49-F238E27FC236}">
                      <a16:creationId xmlns:a16="http://schemas.microsoft.com/office/drawing/2014/main" id="{57BB3B57-ED24-A000-BBD1-71C564F31D15}"/>
                    </a:ext>
                  </a:extLst>
                </p:cNvPr>
                <p:cNvSpPr/>
                <p:nvPr/>
              </p:nvSpPr>
              <p:spPr>
                <a:xfrm>
                  <a:off x="4474460" y="4073338"/>
                  <a:ext cx="3086598" cy="51296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E0E0E0"/>
                  </a:solidFill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414" name="rftxt4">
                  <a:extLst>
                    <a:ext uri="{FF2B5EF4-FFF2-40B4-BE49-F238E27FC236}">
                      <a16:creationId xmlns:a16="http://schemas.microsoft.com/office/drawing/2014/main" id="{6BCB5B9B-4EBF-2BC1-7D01-2C62C5607C3B}"/>
                    </a:ext>
                  </a:extLst>
                </p:cNvPr>
                <p:cNvSpPr/>
                <p:nvPr/>
              </p:nvSpPr>
              <p:spPr>
                <a:xfrm>
                  <a:off x="4453764" y="4040202"/>
                  <a:ext cx="3302000" cy="546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rtlCol="0" anchor="ctr">
                  <a:noAutofit/>
                </a:bodyPr>
                <a:lstStyle/>
                <a:p>
                  <a:pPr algn="l">
                    <a:buNone/>
                  </a:pPr>
                  <a:r>
                    <a:rPr lang="en-US" sz="1000">
                      <a:solidFill>
                        <a:srgbClr val="5A5A5A"/>
                      </a:solidFill>
                    </a:rPr>
                    <a:t>Avoid Ridge’s tiny-weight problem again</a:t>
                  </a:r>
                </a:p>
                <a:p>
                  <a:pPr algn="l">
                    <a:buNone/>
                  </a:pPr>
                  <a:r>
                    <a:rPr lang="en-US" sz="1200" b="1">
                      <a:solidFill>
                        <a:srgbClr val="C8102E"/>
                      </a:solidFill>
                    </a:rPr>
                    <a:t>→ Elastic Net as selector</a:t>
                  </a:r>
                </a:p>
              </p:txBody>
            </p:sp>
            <p:sp>
              <p:nvSpPr>
                <p:cNvPr id="14" name="rfbar0">
                  <a:extLst>
                    <a:ext uri="{FF2B5EF4-FFF2-40B4-BE49-F238E27FC236}">
                      <a16:creationId xmlns:a16="http://schemas.microsoft.com/office/drawing/2014/main" id="{BB7B2C5C-3D2D-75BA-C42E-521524EC1DE3}"/>
                    </a:ext>
                  </a:extLst>
                </p:cNvPr>
                <p:cNvSpPr/>
                <p:nvPr/>
              </p:nvSpPr>
              <p:spPr>
                <a:xfrm>
                  <a:off x="4444496" y="4071943"/>
                  <a:ext cx="45719" cy="520355"/>
                </a:xfrm>
                <a:prstGeom prst="rect">
                  <a:avLst/>
                </a:prstGeom>
                <a:solidFill>
                  <a:srgbClr val="C8102E"/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</p:grp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305CD25A-94E8-ED79-A28F-C6603C51CC0E}"/>
                </a:ext>
              </a:extLst>
            </p:cNvPr>
            <p:cNvSpPr/>
            <p:nvPr/>
          </p:nvSpPr>
          <p:spPr>
            <a:xfrm>
              <a:off x="4327980" y="667258"/>
              <a:ext cx="3713091" cy="3980940"/>
            </a:xfrm>
            <a:prstGeom prst="roundRect">
              <a:avLst>
                <a:gd name="adj" fmla="val 2822"/>
              </a:avLst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3448E43-8636-83AC-2675-BA0EB9AAA865}"/>
                </a:ext>
              </a:extLst>
            </p:cNvPr>
            <p:cNvSpPr/>
            <p:nvPr/>
          </p:nvSpPr>
          <p:spPr>
            <a:xfrm>
              <a:off x="4143923" y="815148"/>
              <a:ext cx="3000998" cy="344478"/>
            </a:xfrm>
            <a:prstGeom prst="rect">
              <a:avLst/>
            </a:prstGeom>
            <a:solidFill>
              <a:srgbClr val="C00000">
                <a:alpha val="14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rgbClr val="C00000"/>
                  </a:solidFill>
                </a:rPr>
                <a:t>      02</a:t>
              </a:r>
              <a:r>
                <a:rPr lang="en-US"/>
                <a:t> </a:t>
              </a:r>
              <a:r>
                <a:rPr lang="en-US" sz="1600" b="1">
                  <a:solidFill>
                    <a:schemeClr val="tx1"/>
                  </a:solidFill>
                </a:rPr>
                <a:t>NAV and Risk Estimation</a:t>
              </a:r>
              <a:endParaRPr lang="en-IN" sz="1600" b="1">
                <a:solidFill>
                  <a:schemeClr val="tx1"/>
                </a:solidFill>
              </a:endParaRPr>
            </a:p>
          </p:txBody>
        </p:sp>
        <p:sp>
          <p:nvSpPr>
            <p:cNvPr id="43" name="Right Triangle 42">
              <a:extLst>
                <a:ext uri="{FF2B5EF4-FFF2-40B4-BE49-F238E27FC236}">
                  <a16:creationId xmlns:a16="http://schemas.microsoft.com/office/drawing/2014/main" id="{9DECB0E0-15E8-0255-C171-4F33CFA1638C}"/>
                </a:ext>
              </a:extLst>
            </p:cNvPr>
            <p:cNvSpPr/>
            <p:nvPr/>
          </p:nvSpPr>
          <p:spPr>
            <a:xfrm rot="10800000">
              <a:off x="4155722" y="1165224"/>
              <a:ext cx="183293" cy="190695"/>
            </a:xfrm>
            <a:prstGeom prst="rtTriangle">
              <a:avLst/>
            </a:prstGeom>
            <a:solidFill>
              <a:srgbClr val="C00000">
                <a:alpha val="14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642D3E3-E6ED-8B4C-DE2D-288A77361B78}"/>
              </a:ext>
            </a:extLst>
          </p:cNvPr>
          <p:cNvGrpSpPr/>
          <p:nvPr/>
        </p:nvGrpSpPr>
        <p:grpSpPr>
          <a:xfrm>
            <a:off x="8125299" y="651144"/>
            <a:ext cx="3893492" cy="3980940"/>
            <a:chOff x="8125299" y="651144"/>
            <a:chExt cx="3893492" cy="3980940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3B0684BE-6855-3969-1EF1-4DB115199FF7}"/>
                </a:ext>
              </a:extLst>
            </p:cNvPr>
            <p:cNvSpPr/>
            <p:nvPr/>
          </p:nvSpPr>
          <p:spPr>
            <a:xfrm>
              <a:off x="8488993" y="1208573"/>
              <a:ext cx="3310933" cy="771998"/>
            </a:xfrm>
            <a:prstGeom prst="roundRect">
              <a:avLst>
                <a:gd name="adj" fmla="val 6365"/>
              </a:avLst>
            </a:prstGeom>
            <a:solidFill>
              <a:srgbClr val="F9E19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00" name="EngineBox">
              <a:extLst>
                <a:ext uri="{FF2B5EF4-FFF2-40B4-BE49-F238E27FC236}">
                  <a16:creationId xmlns:a16="http://schemas.microsoft.com/office/drawing/2014/main" id="{D289E9E9-0A0F-D84E-2EEE-9E410D9955EC}"/>
                </a:ext>
              </a:extLst>
            </p:cNvPr>
            <p:cNvSpPr/>
            <p:nvPr/>
          </p:nvSpPr>
          <p:spPr>
            <a:xfrm>
              <a:off x="8496132" y="2090260"/>
              <a:ext cx="3303794" cy="476453"/>
            </a:xfrm>
            <a:prstGeom prst="roundRect">
              <a:avLst/>
            </a:prstGeom>
            <a:solidFill>
              <a:srgbClr val="C8102E"/>
            </a:solidFill>
            <a:ln>
              <a:solidFill>
                <a:schemeClr val="bg1"/>
              </a:solidFill>
            </a:ln>
          </p:spPr>
          <p:txBody>
            <a:bodyPr rtlCol="0" anchor="ctr">
              <a:noAutofit/>
            </a:bodyPr>
            <a:lstStyle/>
            <a:p>
              <a:pPr algn="ctr">
                <a:buNone/>
              </a:pPr>
              <a:r>
                <a:rPr lang="en-US" sz="1300" b="1">
                  <a:solidFill>
                    <a:srgbClr val="FFFFFF"/>
                  </a:solidFill>
                </a:rPr>
                <a:t>Elastic-Net selector + Huber Regressor</a:t>
              </a:r>
            </a:p>
          </p:txBody>
        </p:sp>
        <p:sp>
          <p:nvSpPr>
            <p:cNvPr id="601" name="EngineArrow">
              <a:extLst>
                <a:ext uri="{FF2B5EF4-FFF2-40B4-BE49-F238E27FC236}">
                  <a16:creationId xmlns:a16="http://schemas.microsoft.com/office/drawing/2014/main" id="{D1CD769F-2651-5981-9B20-859893035FC3}"/>
                </a:ext>
              </a:extLst>
            </p:cNvPr>
            <p:cNvSpPr/>
            <p:nvPr/>
          </p:nvSpPr>
          <p:spPr>
            <a:xfrm>
              <a:off x="10019089" y="2624268"/>
              <a:ext cx="203200" cy="203200"/>
            </a:xfrm>
            <a:prstGeom prst="downArrow">
              <a:avLst/>
            </a:prstGeom>
            <a:solidFill>
              <a:srgbClr val="C8102E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FitTarget">
              <a:extLst>
                <a:ext uri="{FF2B5EF4-FFF2-40B4-BE49-F238E27FC236}">
                  <a16:creationId xmlns:a16="http://schemas.microsoft.com/office/drawing/2014/main" id="{11FEAA47-3AD6-03C9-1201-BA21FC44A54D}"/>
                </a:ext>
              </a:extLst>
            </p:cNvPr>
            <p:cNvSpPr/>
            <p:nvPr/>
          </p:nvSpPr>
          <p:spPr>
            <a:xfrm>
              <a:off x="8496132" y="2876434"/>
              <a:ext cx="3311668" cy="600713"/>
            </a:xfrm>
            <a:prstGeom prst="roundRect">
              <a:avLst/>
            </a:prstGeom>
            <a:solidFill>
              <a:srgbClr val="FBE9E9"/>
            </a:solidFill>
            <a:ln w="9525">
              <a:solidFill>
                <a:srgbClr val="C8102E"/>
              </a:solidFill>
            </a:ln>
          </p:spPr>
          <p:txBody>
            <a:bodyPr rtlCol="0" anchor="ctr">
              <a:noAutofit/>
            </a:bodyPr>
            <a:lstStyle/>
            <a:p>
              <a:pPr algn="ctr">
                <a:buNone/>
              </a:pPr>
              <a:r>
                <a:rPr lang="en-US" sz="1400">
                  <a:solidFill>
                    <a:srgbClr val="5A5A5A"/>
                  </a:solidFill>
                  <a:latin typeface="+mj-lt"/>
                </a:rPr>
                <a:t>Fit on target  </a:t>
              </a:r>
              <a:r>
                <a:rPr lang="en-US" sz="1400" b="1" i="1">
                  <a:solidFill>
                    <a:srgbClr val="1A1A1A"/>
                  </a:solidFill>
                  <a:latin typeface="+mj-lt"/>
                </a:rPr>
                <a:t>y = −Portfolio PnL</a:t>
              </a:r>
            </a:p>
            <a:p>
              <a:pPr algn="ctr">
                <a:buNone/>
              </a:pPr>
              <a:r>
                <a:rPr lang="en-US" sz="1400">
                  <a:solidFill>
                    <a:srgbClr val="C8102E"/>
                  </a:solidFill>
                </a:rPr>
                <a:t>→ chosen to maximize HER</a:t>
              </a: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1498428-E7F4-253B-F1B9-4BD053E536CB}"/>
                </a:ext>
              </a:extLst>
            </p:cNvPr>
            <p:cNvGrpSpPr/>
            <p:nvPr/>
          </p:nvGrpSpPr>
          <p:grpSpPr>
            <a:xfrm>
              <a:off x="8598004" y="1216940"/>
              <a:ext cx="3072600" cy="758180"/>
              <a:chOff x="3928231" y="5123782"/>
              <a:chExt cx="3346444" cy="37311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64888571-3CF9-FD4A-84B6-3608A3F337D3}"/>
                      </a:ext>
                    </a:extLst>
                  </p:cNvPr>
                  <p:cNvSpPr txBox="1"/>
                  <p:nvPr/>
                </p:nvSpPr>
                <p:spPr>
                  <a:xfrm>
                    <a:off x="4957043" y="5123782"/>
                    <a:ext cx="2317632" cy="34135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IN" sz="10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1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IN" sz="100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IN" sz="1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IN" sz="1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1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1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IN" sz="1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1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IN" sz="1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IN" sz="1000" i="0">
                                        <a:latin typeface="Cambria Math" panose="02040503050406030204" pitchFamily="18" charset="0"/>
                                      </a:rPr>
                                      <m:t>for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1000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IN" sz="1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  <m:r>
                                      <a:rPr lang="en-IN" sz="1000" i="1">
                                        <a:latin typeface="Cambria Math" panose="02040503050406030204" pitchFamily="18" charset="0"/>
                                      </a:rPr>
                                      <m:t>≤</m:t>
                                    </m:r>
                                    <m:r>
                                      <a:rPr lang="en-IN" sz="1000" i="1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1000" i="1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d>
                                      <m:dPr>
                                        <m:ctrlPr>
                                          <a:rPr lang="en-IN" sz="1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IN" sz="1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IN" sz="1000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d>
                                        <m:r>
                                          <a:rPr lang="en-IN" sz="10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lang="en-IN" sz="1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IN" sz="10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IN" sz="1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  <m:r>
                                          <a:rPr lang="en-IN" sz="1000" i="1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</m:d>
                                  </m:e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IN" sz="1000" i="0">
                                        <a:latin typeface="Cambria Math" panose="02040503050406030204" pitchFamily="18" charset="0"/>
                                      </a:rPr>
                                      <m:t>for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1000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IN" sz="1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  <m:r>
                                      <a:rPr lang="en-IN" sz="1000" i="1">
                                        <a:latin typeface="Cambria Math" panose="02040503050406030204" pitchFamily="18" charset="0"/>
                                      </a:rPr>
                                      <m:t>&gt;</m:t>
                                    </m:r>
                                    <m:r>
                                      <a:rPr lang="en-IN" sz="1000" i="1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en-IN" sz="100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64888571-3CF9-FD4A-84B6-3608A3F337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57043" y="5123782"/>
                    <a:ext cx="2317632" cy="34135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4963747-6DF6-D4D2-E53F-4DA594852BEE}"/>
                  </a:ext>
                </a:extLst>
              </p:cNvPr>
              <p:cNvSpPr txBox="1"/>
              <p:nvPr/>
            </p:nvSpPr>
            <p:spPr>
              <a:xfrm>
                <a:off x="3928231" y="5219896"/>
                <a:ext cx="14478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Huber Loss : </a:t>
                </a:r>
                <a:endParaRPr lang="en-IN" sz="1200" dirty="0">
                  <a:latin typeface="+mj-lt"/>
                </a:endParaRPr>
              </a:p>
            </p:txBody>
          </p:sp>
        </p:grpSp>
        <p:sp>
          <p:nvSpPr>
            <p:cNvPr id="35" name="EngineBox">
              <a:extLst>
                <a:ext uri="{FF2B5EF4-FFF2-40B4-BE49-F238E27FC236}">
                  <a16:creationId xmlns:a16="http://schemas.microsoft.com/office/drawing/2014/main" id="{20B74E2D-ECA6-04FA-5CC8-DB6BB68CDC70}"/>
                </a:ext>
              </a:extLst>
            </p:cNvPr>
            <p:cNvSpPr/>
            <p:nvPr/>
          </p:nvSpPr>
          <p:spPr>
            <a:xfrm>
              <a:off x="8496132" y="3619173"/>
              <a:ext cx="3311668" cy="771227"/>
            </a:xfrm>
            <a:prstGeom prst="roundRect">
              <a:avLst/>
            </a:prstGeom>
            <a:solidFill>
              <a:schemeClr val="bg1"/>
            </a:solidFill>
            <a:ln w="22225" cmpd="sng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</p:spPr>
          <p:txBody>
            <a:bodyPr rtlCol="0" anchor="ctr">
              <a:no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00">
                  <a:latin typeface="+mj-lt"/>
                </a:rPr>
                <a:t>Two ways to fit – with and without intercept. The fundamental difference is a drifting portfolio .</a:t>
              </a: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C51100FE-637E-E736-FD87-1C1EA8E2817E}"/>
                </a:ext>
              </a:extLst>
            </p:cNvPr>
            <p:cNvSpPr/>
            <p:nvPr/>
          </p:nvSpPr>
          <p:spPr>
            <a:xfrm>
              <a:off x="8305700" y="651144"/>
              <a:ext cx="3713091" cy="3980940"/>
            </a:xfrm>
            <a:prstGeom prst="roundRect">
              <a:avLst>
                <a:gd name="adj" fmla="val 2822"/>
              </a:avLst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Right Triangle 44">
              <a:extLst>
                <a:ext uri="{FF2B5EF4-FFF2-40B4-BE49-F238E27FC236}">
                  <a16:creationId xmlns:a16="http://schemas.microsoft.com/office/drawing/2014/main" id="{97027CDB-66E8-A4C2-B833-B066396B5D3E}"/>
                </a:ext>
              </a:extLst>
            </p:cNvPr>
            <p:cNvSpPr/>
            <p:nvPr/>
          </p:nvSpPr>
          <p:spPr>
            <a:xfrm rot="10800000">
              <a:off x="8125299" y="1164187"/>
              <a:ext cx="183293" cy="190695"/>
            </a:xfrm>
            <a:prstGeom prst="rtTriangle">
              <a:avLst/>
            </a:prstGeom>
            <a:solidFill>
              <a:srgbClr val="C00000">
                <a:alpha val="14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9BAD272-EC6D-453A-F616-582AB6BEC543}"/>
                </a:ext>
              </a:extLst>
            </p:cNvPr>
            <p:cNvSpPr/>
            <p:nvPr/>
          </p:nvSpPr>
          <p:spPr>
            <a:xfrm>
              <a:off x="8125299" y="815129"/>
              <a:ext cx="3000998" cy="344478"/>
            </a:xfrm>
            <a:prstGeom prst="rect">
              <a:avLst/>
            </a:prstGeom>
            <a:solidFill>
              <a:srgbClr val="C00000">
                <a:alpha val="14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rgbClr val="C00000"/>
                  </a:solidFill>
                </a:rPr>
                <a:t>      03</a:t>
              </a:r>
              <a:r>
                <a:rPr lang="en-US" dirty="0"/>
                <a:t> </a:t>
              </a:r>
              <a:r>
                <a:rPr lang="en-US" sz="1600" b="1" dirty="0">
                  <a:solidFill>
                    <a:schemeClr val="tx1"/>
                  </a:solidFill>
                </a:rPr>
                <a:t>The Hedge</a:t>
              </a:r>
              <a:endParaRPr lang="en-IN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AE79BD64-2235-138D-3CFC-F889E7BCB734}"/>
              </a:ext>
            </a:extLst>
          </p:cNvPr>
          <p:cNvSpPr/>
          <p:nvPr/>
        </p:nvSpPr>
        <p:spPr>
          <a:xfrm>
            <a:off x="134018" y="4868067"/>
            <a:ext cx="1927918" cy="344478"/>
          </a:xfrm>
          <a:prstGeom prst="rect">
            <a:avLst/>
          </a:prstGeom>
          <a:solidFill>
            <a:srgbClr val="92D050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rgbClr val="C00000"/>
                </a:solidFill>
              </a:rPr>
              <a:t>   </a:t>
            </a:r>
            <a:r>
              <a:rPr lang="en-US" sz="1600" b="1">
                <a:solidFill>
                  <a:schemeClr val="tx1"/>
                </a:solidFill>
              </a:rPr>
              <a:t>    Improvements</a:t>
            </a:r>
            <a:endParaRPr lang="en-IN" sz="1600" b="1">
              <a:solidFill>
                <a:schemeClr val="tx1"/>
              </a:solidFill>
            </a:endParaRPr>
          </a:p>
        </p:txBody>
      </p:sp>
      <p:sp>
        <p:nvSpPr>
          <p:cNvPr id="51" name="Right Triangle 50">
            <a:extLst>
              <a:ext uri="{FF2B5EF4-FFF2-40B4-BE49-F238E27FC236}">
                <a16:creationId xmlns:a16="http://schemas.microsoft.com/office/drawing/2014/main" id="{EF780A38-A705-4946-F845-7AF6ED229746}"/>
              </a:ext>
            </a:extLst>
          </p:cNvPr>
          <p:cNvSpPr/>
          <p:nvPr/>
        </p:nvSpPr>
        <p:spPr>
          <a:xfrm rot="10800000">
            <a:off x="141226" y="5212545"/>
            <a:ext cx="183293" cy="190695"/>
          </a:xfrm>
          <a:prstGeom prst="rtTriangle">
            <a:avLst/>
          </a:prstGeom>
          <a:solidFill>
            <a:srgbClr val="92D050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chev">
            <a:extLst>
              <a:ext uri="{FF2B5EF4-FFF2-40B4-BE49-F238E27FC236}">
                <a16:creationId xmlns:a16="http://schemas.microsoft.com/office/drawing/2014/main" id="{DAA70D8C-ABBF-2D55-8F10-9FDAFFCCF847}"/>
              </a:ext>
            </a:extLst>
          </p:cNvPr>
          <p:cNvSpPr/>
          <p:nvPr/>
        </p:nvSpPr>
        <p:spPr>
          <a:xfrm>
            <a:off x="8076966" y="2290928"/>
            <a:ext cx="224498" cy="257289"/>
          </a:xfrm>
          <a:prstGeom prst="chevron">
            <a:avLst>
              <a:gd name="adj" fmla="val 60000"/>
            </a:avLst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t">
            <a:extLst>
              <a:ext uri="{FF2B5EF4-FFF2-40B4-BE49-F238E27FC236}">
                <a16:creationId xmlns:a16="http://schemas.microsoft.com/office/drawing/2014/main" id="{83BFEFEC-091F-4E52-5473-5DC13C1DE65B}"/>
              </a:ext>
            </a:extLst>
          </p:cNvPr>
          <p:cNvSpPr/>
          <p:nvPr/>
        </p:nvSpPr>
        <p:spPr>
          <a:xfrm>
            <a:off x="4971492" y="174494"/>
            <a:ext cx="3407065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US" sz="2000">
                <a:gradFill>
                  <a:gsLst>
                    <a:gs pos="0">
                      <a:schemeClr val="accent1">
                        <a:lumMod val="5000"/>
                        <a:lumOff val="95000"/>
                        <a:alpha val="22000"/>
                      </a:schemeClr>
                    </a:gs>
                    <a:gs pos="57000">
                      <a:schemeClr val="accent1">
                        <a:lumMod val="45000"/>
                        <a:lumOff val="55000"/>
                        <a:alpha val="26000"/>
                      </a:schemeClr>
                    </a:gs>
                    <a:gs pos="83000">
                      <a:schemeClr val="accent1">
                        <a:lumMod val="45000"/>
                        <a:lumOff val="55000"/>
                        <a:alpha val="48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  <a:alpha val="60000"/>
                      </a:schemeClr>
                    </a:gs>
                  </a:gsLst>
                  <a:lin ang="5400000" scaled="1"/>
                </a:gra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  <a:reflection endPos="0" dist="50800" dir="5400000" sy="-100000" algn="bl" rotWithShape="0"/>
                </a:effectLst>
                <a:latin typeface="Georgia" panose="02040502050405020303" pitchFamily="18" charset="0"/>
              </a:rPr>
              <a:t>Regime Navigator</a:t>
            </a:r>
          </a:p>
        </p:txBody>
      </p:sp>
      <p:sp>
        <p:nvSpPr>
          <p:cNvPr id="58" name="t">
            <a:extLst>
              <a:ext uri="{FF2B5EF4-FFF2-40B4-BE49-F238E27FC236}">
                <a16:creationId xmlns:a16="http://schemas.microsoft.com/office/drawing/2014/main" id="{368F58D4-D294-0D39-1749-994E78E26481}"/>
              </a:ext>
            </a:extLst>
          </p:cNvPr>
          <p:cNvSpPr/>
          <p:nvPr/>
        </p:nvSpPr>
        <p:spPr>
          <a:xfrm>
            <a:off x="8234670" y="171261"/>
            <a:ext cx="3407065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>
                <a:gradFill>
                  <a:gsLst>
                    <a:gs pos="0">
                      <a:schemeClr val="accent1">
                        <a:lumMod val="5000"/>
                        <a:lumOff val="95000"/>
                        <a:alpha val="22000"/>
                      </a:schemeClr>
                    </a:gs>
                    <a:gs pos="57000">
                      <a:schemeClr val="accent1">
                        <a:lumMod val="45000"/>
                        <a:lumOff val="55000"/>
                        <a:alpha val="26000"/>
                      </a:schemeClr>
                    </a:gs>
                    <a:gs pos="83000">
                      <a:schemeClr val="accent1">
                        <a:lumMod val="45000"/>
                        <a:lumOff val="55000"/>
                        <a:alpha val="48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  <a:alpha val="60000"/>
                      </a:schemeClr>
                    </a:gs>
                  </a:gsLst>
                  <a:lin ang="5400000" scaled="1"/>
                </a:gra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  <a:reflection endPos="0" dist="50800" dir="5400000" sy="-100000" algn="bl" rotWithShape="0"/>
                </a:effectLst>
                <a:latin typeface="Georgia" panose="02040502050405020303" pitchFamily="18" charset="0"/>
              </a:rPr>
              <a:t>Bermudan Swaption Pricing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7311EF4-7111-2022-1821-523A9C29DCA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2134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82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" grpId="0" animBg="1"/>
      <p:bldP spid="920" grpId="0" animBg="1"/>
      <p:bldP spid="1001" grpId="0" animBg="1"/>
      <p:bldP spid="1004" grpId="0" animBg="1"/>
      <p:bldP spid="1005" grpId="0"/>
      <p:bldP spid="1006" grpId="0"/>
      <p:bldP spid="2" grpId="0"/>
      <p:bldP spid="7" grpId="0"/>
      <p:bldP spid="49" grpId="0" animBg="1"/>
      <p:bldP spid="51" grpId="0" animBg="1"/>
      <p:bldP spid="5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02F4D4-DB4E-1C34-2BE2-859394558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">
            <a:extLst>
              <a:ext uri="{FF2B5EF4-FFF2-40B4-BE49-F238E27FC236}">
                <a16:creationId xmlns:a16="http://schemas.microsoft.com/office/drawing/2014/main" id="{F705BA1A-A510-DB71-6DE8-23C3F0574C2E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3722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r">
            <a:extLst>
              <a:ext uri="{FF2B5EF4-FFF2-40B4-BE49-F238E27FC236}">
                <a16:creationId xmlns:a16="http://schemas.microsoft.com/office/drawing/2014/main" id="{7C3987B9-E741-81E2-D5AA-7CA33BA2E5EF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3722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t">
            <a:extLst>
              <a:ext uri="{FF2B5EF4-FFF2-40B4-BE49-F238E27FC236}">
                <a16:creationId xmlns:a16="http://schemas.microsoft.com/office/drawing/2014/main" id="{97A0E89A-D07F-30BD-43AF-78876FBFDD5C}"/>
              </a:ext>
            </a:extLst>
          </p:cNvPr>
          <p:cNvSpPr/>
          <p:nvPr/>
        </p:nvSpPr>
        <p:spPr>
          <a:xfrm>
            <a:off x="331758" y="192826"/>
            <a:ext cx="3407065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en-US" sz="2600" b="1">
                <a:solidFill>
                  <a:srgbClr val="1A1A1A"/>
                </a:solidFill>
                <a:latin typeface="Georgia"/>
              </a:rPr>
              <a:t>Regime Navigator</a:t>
            </a:r>
          </a:p>
        </p:txBody>
      </p:sp>
      <p:sp>
        <p:nvSpPr>
          <p:cNvPr id="58" name="t">
            <a:extLst>
              <a:ext uri="{FF2B5EF4-FFF2-40B4-BE49-F238E27FC236}">
                <a16:creationId xmlns:a16="http://schemas.microsoft.com/office/drawing/2014/main" id="{107EEF82-9232-42A4-5926-AC0D85339107}"/>
              </a:ext>
            </a:extLst>
          </p:cNvPr>
          <p:cNvSpPr/>
          <p:nvPr/>
        </p:nvSpPr>
        <p:spPr>
          <a:xfrm>
            <a:off x="4799319" y="277493"/>
            <a:ext cx="3407065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000">
                <a:gradFill>
                  <a:gsLst>
                    <a:gs pos="0">
                      <a:schemeClr val="accent1">
                        <a:lumMod val="5000"/>
                        <a:lumOff val="95000"/>
                        <a:alpha val="22000"/>
                      </a:schemeClr>
                    </a:gs>
                    <a:gs pos="57000">
                      <a:schemeClr val="accent1">
                        <a:lumMod val="45000"/>
                        <a:lumOff val="55000"/>
                        <a:alpha val="26000"/>
                      </a:schemeClr>
                    </a:gs>
                    <a:gs pos="83000">
                      <a:schemeClr val="accent1">
                        <a:lumMod val="45000"/>
                        <a:lumOff val="55000"/>
                        <a:alpha val="48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  <a:alpha val="60000"/>
                      </a:schemeClr>
                    </a:gs>
                  </a:gsLst>
                  <a:lin ang="5400000" scaled="1"/>
                </a:gra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  <a:reflection endPos="0" dist="50800" dir="5400000" sy="-100000" algn="bl" rotWithShape="0"/>
                </a:effectLst>
                <a:latin typeface="Georgia" panose="02040502050405020303" pitchFamily="18" charset="0"/>
              </a:rPr>
              <a:t>Bermudan Swaption Pricing</a:t>
            </a:r>
          </a:p>
        </p:txBody>
      </p: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B0A6A00D-47AC-1262-EA69-B883BF2E8DB2}"/>
              </a:ext>
            </a:extLst>
          </p:cNvPr>
          <p:cNvGrpSpPr/>
          <p:nvPr/>
        </p:nvGrpSpPr>
        <p:grpSpPr>
          <a:xfrm>
            <a:off x="198868" y="757912"/>
            <a:ext cx="3741583" cy="2872598"/>
            <a:chOff x="231690" y="748846"/>
            <a:chExt cx="3719702" cy="2872598"/>
          </a:xfrm>
        </p:grpSpPr>
        <p:grpSp>
          <p:nvGrpSpPr>
            <p:cNvPr id="418" name="Group 417">
              <a:extLst>
                <a:ext uri="{FF2B5EF4-FFF2-40B4-BE49-F238E27FC236}">
                  <a16:creationId xmlns:a16="http://schemas.microsoft.com/office/drawing/2014/main" id="{71DA5220-C416-72CC-9A9A-5647556CB3FD}"/>
                </a:ext>
              </a:extLst>
            </p:cNvPr>
            <p:cNvGrpSpPr/>
            <p:nvPr/>
          </p:nvGrpSpPr>
          <p:grpSpPr>
            <a:xfrm>
              <a:off x="231690" y="748846"/>
              <a:ext cx="3719702" cy="2872598"/>
              <a:chOff x="231690" y="748846"/>
              <a:chExt cx="3719702" cy="2872598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CC73FF09-D132-9BAE-873A-71DE25232BF6}"/>
                  </a:ext>
                </a:extLst>
              </p:cNvPr>
              <p:cNvSpPr/>
              <p:nvPr/>
            </p:nvSpPr>
            <p:spPr>
              <a:xfrm>
                <a:off x="415315" y="748846"/>
                <a:ext cx="3536077" cy="2872598"/>
              </a:xfrm>
              <a:prstGeom prst="roundRect">
                <a:avLst>
                  <a:gd name="adj" fmla="val 2822"/>
                </a:avLst>
              </a:pr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DC49EEB-1318-51E4-6ACF-15C6F7FD1E55}"/>
                  </a:ext>
                </a:extLst>
              </p:cNvPr>
              <p:cNvSpPr/>
              <p:nvPr/>
            </p:nvSpPr>
            <p:spPr>
              <a:xfrm>
                <a:off x="232022" y="921085"/>
                <a:ext cx="1927917" cy="344478"/>
              </a:xfrm>
              <a:prstGeom prst="rect">
                <a:avLst/>
              </a:prstGeom>
              <a:solidFill>
                <a:schemeClr val="accent5">
                  <a:lumMod val="75000"/>
                  <a:alpha val="26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>
                    <a:solidFill>
                      <a:srgbClr val="C00000"/>
                    </a:solidFill>
                  </a:rPr>
                  <a:t>     01</a:t>
                </a:r>
                <a:r>
                  <a:rPr lang="en-US"/>
                  <a:t> </a:t>
                </a:r>
                <a:r>
                  <a:rPr lang="en-US" sz="1600" b="1">
                    <a:solidFill>
                      <a:schemeClr val="tx1"/>
                    </a:solidFill>
                  </a:rPr>
                  <a:t>The problem</a:t>
                </a:r>
                <a:endParaRPr lang="en-IN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ight Triangle 23">
                <a:extLst>
                  <a:ext uri="{FF2B5EF4-FFF2-40B4-BE49-F238E27FC236}">
                    <a16:creationId xmlns:a16="http://schemas.microsoft.com/office/drawing/2014/main" id="{C08FC94B-9B93-09D7-D1F1-AE20583D48C4}"/>
                  </a:ext>
                </a:extLst>
              </p:cNvPr>
              <p:cNvSpPr/>
              <p:nvPr/>
            </p:nvSpPr>
            <p:spPr>
              <a:xfrm rot="10800000">
                <a:off x="231690" y="1267190"/>
                <a:ext cx="183293" cy="190695"/>
              </a:xfrm>
              <a:prstGeom prst="rtTriangle">
                <a:avLst/>
              </a:prstGeom>
              <a:solidFill>
                <a:schemeClr val="accent5">
                  <a:lumMod val="75000"/>
                  <a:alpha val="26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1ABAA6-4777-6E78-C7CA-32D5F91A9B84}"/>
                </a:ext>
              </a:extLst>
            </p:cNvPr>
            <p:cNvSpPr txBox="1"/>
            <p:nvPr/>
          </p:nvSpPr>
          <p:spPr>
            <a:xfrm>
              <a:off x="560612" y="1389635"/>
              <a:ext cx="3256223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/>
                <a:t>Given 100 securities –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/>
                <a:t>Build a regime prediction framework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/>
                <a:t>Build a regime-adaptive portfolio</a:t>
              </a:r>
            </a:p>
          </p:txBody>
        </p: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D9680399-DAFC-3DC8-3006-01E53F1F1FFC}"/>
                </a:ext>
              </a:extLst>
            </p:cNvPr>
            <p:cNvGrpSpPr/>
            <p:nvPr/>
          </p:nvGrpSpPr>
          <p:grpSpPr>
            <a:xfrm>
              <a:off x="590979" y="2135848"/>
              <a:ext cx="3305202" cy="1414382"/>
              <a:chOff x="494605" y="2136384"/>
              <a:chExt cx="3305202" cy="1414382"/>
            </a:xfrm>
          </p:grpSpPr>
          <p:sp>
            <p:nvSpPr>
              <p:cNvPr id="211" name="Rectangle: Rounded Corners 210">
                <a:extLst>
                  <a:ext uri="{FF2B5EF4-FFF2-40B4-BE49-F238E27FC236}">
                    <a16:creationId xmlns:a16="http://schemas.microsoft.com/office/drawing/2014/main" id="{14C7416B-7196-2F14-2C79-40D860242C80}"/>
                  </a:ext>
                </a:extLst>
              </p:cNvPr>
              <p:cNvSpPr/>
              <p:nvPr/>
            </p:nvSpPr>
            <p:spPr>
              <a:xfrm>
                <a:off x="494605" y="2136384"/>
                <a:ext cx="3161074" cy="1414382"/>
              </a:xfrm>
              <a:prstGeom prst="roundRect">
                <a:avLst>
                  <a:gd name="adj" fmla="val 10080"/>
                </a:avLst>
              </a:prstGeom>
              <a:solidFill>
                <a:srgbClr val="BAE1F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4EA0460-8FF0-B06C-CD89-7E3D39957B4C}"/>
                  </a:ext>
                </a:extLst>
              </p:cNvPr>
              <p:cNvSpPr txBox="1"/>
              <p:nvPr/>
            </p:nvSpPr>
            <p:spPr>
              <a:xfrm>
                <a:off x="1047100" y="2152348"/>
                <a:ext cx="19304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>
                    <a:latin typeface="Georgia" panose="02040502050405020303" pitchFamily="18" charset="0"/>
                  </a:rPr>
                  <a:t>Some constraints -</a:t>
                </a:r>
                <a:endParaRPr lang="en-IN" sz="1600">
                  <a:latin typeface="Georgia" panose="02040502050405020303" pitchFamily="18" charset="0"/>
                </a:endParaRPr>
              </a:p>
            </p:txBody>
          </p:sp>
          <p:grpSp>
            <p:nvGrpSpPr>
              <p:cNvPr id="637" name="Group 636">
                <a:extLst>
                  <a:ext uri="{FF2B5EF4-FFF2-40B4-BE49-F238E27FC236}">
                    <a16:creationId xmlns:a16="http://schemas.microsoft.com/office/drawing/2014/main" id="{E2576EF4-0E41-5E7E-CEE3-496001D1221D}"/>
                  </a:ext>
                </a:extLst>
              </p:cNvPr>
              <p:cNvGrpSpPr/>
              <p:nvPr/>
            </p:nvGrpSpPr>
            <p:grpSpPr>
              <a:xfrm>
                <a:off x="546875" y="2424460"/>
                <a:ext cx="3252932" cy="447238"/>
                <a:chOff x="485891" y="2710580"/>
                <a:chExt cx="3252932" cy="447238"/>
              </a:xfrm>
            </p:grpSpPr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27C14CD2-3B1D-D4DB-C19B-4D328BDEFC44}"/>
                    </a:ext>
                  </a:extLst>
                </p:cNvPr>
                <p:cNvSpPr txBox="1"/>
                <p:nvPr/>
              </p:nvSpPr>
              <p:spPr>
                <a:xfrm>
                  <a:off x="485891" y="2781671"/>
                  <a:ext cx="232213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IN" sz="1400"/>
                    <a:t>Net exposure :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" name="TextBox 47">
                      <a:extLst>
                        <a:ext uri="{FF2B5EF4-FFF2-40B4-BE49-F238E27FC236}">
                          <a16:creationId xmlns:a16="http://schemas.microsoft.com/office/drawing/2014/main" id="{8FE48BFE-464B-099C-F2DF-9EEC97FF4F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64500" y="2710580"/>
                      <a:ext cx="1974323" cy="44723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0.85≤</m:t>
                            </m:r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≤1.1</m:t>
                            </m:r>
                          </m:oMath>
                        </m:oMathPara>
                      </a14:m>
                      <a:endParaRPr lang="en-IN" sz="1200"/>
                    </a:p>
                  </p:txBody>
                </p:sp>
              </mc:Choice>
              <mc:Fallback xmlns="">
                <p:sp>
                  <p:nvSpPr>
                    <p:cNvPr id="48" name="TextBox 47">
                      <a:extLst>
                        <a:ext uri="{FF2B5EF4-FFF2-40B4-BE49-F238E27FC236}">
                          <a16:creationId xmlns:a16="http://schemas.microsoft.com/office/drawing/2014/main" id="{8FE48BFE-464B-099C-F2DF-9EEC97FF4F7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64500" y="2710580"/>
                      <a:ext cx="1974323" cy="447238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t="-150685" r="-10154" b="-21095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638" name="Group 637">
                <a:extLst>
                  <a:ext uri="{FF2B5EF4-FFF2-40B4-BE49-F238E27FC236}">
                    <a16:creationId xmlns:a16="http://schemas.microsoft.com/office/drawing/2014/main" id="{D6C510B1-05AC-CE92-BD92-2A61903AA966}"/>
                  </a:ext>
                </a:extLst>
              </p:cNvPr>
              <p:cNvGrpSpPr/>
              <p:nvPr/>
            </p:nvGrpSpPr>
            <p:grpSpPr>
              <a:xfrm>
                <a:off x="545035" y="2774974"/>
                <a:ext cx="2635597" cy="307777"/>
                <a:chOff x="485890" y="3031069"/>
                <a:chExt cx="2635597" cy="307777"/>
              </a:xfrm>
            </p:grpSpPr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F5D9E4D4-8A35-47C0-65FB-0F0BB30F1ABD}"/>
                    </a:ext>
                  </a:extLst>
                </p:cNvPr>
                <p:cNvSpPr txBox="1"/>
                <p:nvPr/>
              </p:nvSpPr>
              <p:spPr>
                <a:xfrm>
                  <a:off x="485890" y="3031069"/>
                  <a:ext cx="2192417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IN" sz="1400"/>
                    <a:t>Max single position :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5" name="TextBox 54">
                      <a:extLst>
                        <a:ext uri="{FF2B5EF4-FFF2-40B4-BE49-F238E27FC236}">
                          <a16:creationId xmlns:a16="http://schemas.microsoft.com/office/drawing/2014/main" id="{8ECB948B-73E8-D2D2-B25E-44B0440AAF4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428541" y="3099670"/>
                      <a:ext cx="692946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≤0.1</m:t>
                            </m:r>
                          </m:oMath>
                        </m:oMathPara>
                      </a14:m>
                      <a:endParaRPr lang="en-IN" sz="1200" i="1">
                        <a:latin typeface="Cambria Math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5" name="TextBox 54">
                      <a:extLst>
                        <a:ext uri="{FF2B5EF4-FFF2-40B4-BE49-F238E27FC236}">
                          <a16:creationId xmlns:a16="http://schemas.microsoft.com/office/drawing/2014/main" id="{8ECB948B-73E8-D2D2-B25E-44B0440AAF4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28541" y="3099670"/>
                      <a:ext cx="692946" cy="184666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r="-5263" b="-2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639" name="Group 638">
                <a:extLst>
                  <a:ext uri="{FF2B5EF4-FFF2-40B4-BE49-F238E27FC236}">
                    <a16:creationId xmlns:a16="http://schemas.microsoft.com/office/drawing/2014/main" id="{11223B8B-E6CD-7201-0F3E-41E668F0863A}"/>
                  </a:ext>
                </a:extLst>
              </p:cNvPr>
              <p:cNvGrpSpPr/>
              <p:nvPr/>
            </p:nvGrpSpPr>
            <p:grpSpPr>
              <a:xfrm>
                <a:off x="545035" y="3100145"/>
                <a:ext cx="2249772" cy="307777"/>
                <a:chOff x="485889" y="3313668"/>
                <a:chExt cx="2249772" cy="307777"/>
              </a:xfrm>
            </p:grpSpPr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96E8E65-3F50-8719-7C1C-D36B30006144}"/>
                    </a:ext>
                  </a:extLst>
                </p:cNvPr>
                <p:cNvSpPr txBox="1"/>
                <p:nvPr/>
              </p:nvSpPr>
              <p:spPr>
                <a:xfrm>
                  <a:off x="485889" y="3313668"/>
                  <a:ext cx="174931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IN" sz="1400"/>
                    <a:t>Short exposure :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D5CB7C1C-24A7-B1ED-28FA-6119876CB76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39857" y="3375223"/>
                      <a:ext cx="595804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&gt;= −0.3</m:t>
                            </m:r>
                          </m:oMath>
                        </m:oMathPara>
                      </a14:m>
                      <a:endParaRPr lang="en-IN" sz="1200"/>
                    </a:p>
                  </p:txBody>
                </p:sp>
              </mc:Choice>
              <mc:Fallback xmlns="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D5CB7C1C-24A7-B1ED-28FA-6119876CB76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39857" y="3375223"/>
                      <a:ext cx="595804" cy="184666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8163" r="-13265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sp>
        <p:nvSpPr>
          <p:cNvPr id="196" name="LinRegCallout">
            <a:extLst>
              <a:ext uri="{FF2B5EF4-FFF2-40B4-BE49-F238E27FC236}">
                <a16:creationId xmlns:a16="http://schemas.microsoft.com/office/drawing/2014/main" id="{4DC37043-6980-27C9-3A03-2E2CE3EF5846}"/>
              </a:ext>
            </a:extLst>
          </p:cNvPr>
          <p:cNvSpPr/>
          <p:nvPr/>
        </p:nvSpPr>
        <p:spPr>
          <a:xfrm>
            <a:off x="846209" y="6207060"/>
            <a:ext cx="2537944" cy="367836"/>
          </a:xfrm>
          <a:prstGeom prst="roundRect">
            <a:avLst/>
          </a:prstGeom>
          <a:solidFill>
            <a:srgbClr val="C8102E"/>
          </a:solidFill>
          <a:ln>
            <a:noFill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Georgia"/>
              </a:rPr>
              <a:t>Regime Whipsawing!</a:t>
            </a:r>
          </a:p>
        </p:txBody>
      </p:sp>
      <p:grpSp>
        <p:nvGrpSpPr>
          <p:cNvPr id="422" name="Group 421">
            <a:extLst>
              <a:ext uri="{FF2B5EF4-FFF2-40B4-BE49-F238E27FC236}">
                <a16:creationId xmlns:a16="http://schemas.microsoft.com/office/drawing/2014/main" id="{129EED99-ECAA-3DD7-412B-1D82ADDBA751}"/>
              </a:ext>
            </a:extLst>
          </p:cNvPr>
          <p:cNvGrpSpPr/>
          <p:nvPr/>
        </p:nvGrpSpPr>
        <p:grpSpPr>
          <a:xfrm>
            <a:off x="191959" y="3777295"/>
            <a:ext cx="3745755" cy="2949946"/>
            <a:chOff x="191959" y="3777295"/>
            <a:chExt cx="3745755" cy="2949946"/>
          </a:xfrm>
        </p:grpSpPr>
        <p:sp>
          <p:nvSpPr>
            <p:cNvPr id="632" name="Rectangle: Rounded Corners 631">
              <a:extLst>
                <a:ext uri="{FF2B5EF4-FFF2-40B4-BE49-F238E27FC236}">
                  <a16:creationId xmlns:a16="http://schemas.microsoft.com/office/drawing/2014/main" id="{4A5E32C2-FB01-AFCA-6814-5A2F68C509E8}"/>
                </a:ext>
              </a:extLst>
            </p:cNvPr>
            <p:cNvSpPr/>
            <p:nvPr/>
          </p:nvSpPr>
          <p:spPr>
            <a:xfrm>
              <a:off x="382162" y="3777295"/>
              <a:ext cx="3555552" cy="2949946"/>
            </a:xfrm>
            <a:prstGeom prst="roundRect">
              <a:avLst>
                <a:gd name="adj" fmla="val 2822"/>
              </a:avLst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36" name="Right Triangle 635">
              <a:extLst>
                <a:ext uri="{FF2B5EF4-FFF2-40B4-BE49-F238E27FC236}">
                  <a16:creationId xmlns:a16="http://schemas.microsoft.com/office/drawing/2014/main" id="{97B81B36-7881-9D3E-0167-CBAA5391C692}"/>
                </a:ext>
              </a:extLst>
            </p:cNvPr>
            <p:cNvSpPr/>
            <p:nvPr/>
          </p:nvSpPr>
          <p:spPr>
            <a:xfrm rot="10800000">
              <a:off x="191959" y="4236172"/>
              <a:ext cx="183293" cy="190695"/>
            </a:xfrm>
            <a:prstGeom prst="rtTriangle">
              <a:avLst/>
            </a:prstGeom>
            <a:solidFill>
              <a:schemeClr val="accent5">
                <a:lumMod val="75000"/>
                <a:alpha val="2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8FB6DB79-F277-18DB-796F-4A3E3AB901FC}"/>
                </a:ext>
              </a:extLst>
            </p:cNvPr>
            <p:cNvSpPr txBox="1"/>
            <p:nvPr/>
          </p:nvSpPr>
          <p:spPr>
            <a:xfrm>
              <a:off x="425640" y="4426867"/>
              <a:ext cx="337908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>
                  <a:latin typeface="+mj-lt"/>
                </a:rPr>
                <a:t>Find probability of belonging to stress regime by using GMM.</a:t>
              </a:r>
              <a:endParaRPr lang="en-IN" sz="1400">
                <a:latin typeface="+mj-lt"/>
              </a:endParaRP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AED8F3D0-57CB-6FBA-5287-DAA4B5842D05}"/>
                </a:ext>
              </a:extLst>
            </p:cNvPr>
            <p:cNvSpPr txBox="1"/>
            <p:nvPr/>
          </p:nvSpPr>
          <p:spPr>
            <a:xfrm>
              <a:off x="437492" y="4959595"/>
              <a:ext cx="337908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>
                  <a:latin typeface="+mj-lt"/>
                </a:rPr>
                <a:t>Interpolate all parameters based on a continuous regime spectrum.</a:t>
              </a:r>
              <a:endParaRPr lang="en-IN" sz="1400">
                <a:latin typeface="+mj-lt"/>
              </a:endParaRPr>
            </a:p>
          </p:txBody>
        </p:sp>
        <p:pic>
          <p:nvPicPr>
            <p:cNvPr id="198" name="Picture 197">
              <a:extLst>
                <a:ext uri="{FF2B5EF4-FFF2-40B4-BE49-F238E27FC236}">
                  <a16:creationId xmlns:a16="http://schemas.microsoft.com/office/drawing/2014/main" id="{B97D651F-4708-94FE-7536-2B5FE7DC5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836542" y="5520755"/>
              <a:ext cx="2537944" cy="608380"/>
            </a:xfrm>
            <a:prstGeom prst="rect">
              <a:avLst/>
            </a:prstGeom>
          </p:spPr>
        </p:pic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9EF30815-3819-9054-2144-1C77E096E098}"/>
                </a:ext>
              </a:extLst>
            </p:cNvPr>
            <p:cNvSpPr/>
            <p:nvPr/>
          </p:nvSpPr>
          <p:spPr>
            <a:xfrm>
              <a:off x="198868" y="3900955"/>
              <a:ext cx="3555552" cy="344478"/>
            </a:xfrm>
            <a:prstGeom prst="rect">
              <a:avLst/>
            </a:prstGeom>
            <a:solidFill>
              <a:schemeClr val="accent5">
                <a:lumMod val="75000"/>
                <a:alpha val="2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rgbClr val="C00000"/>
                  </a:solidFill>
                </a:rPr>
                <a:t>     03</a:t>
              </a:r>
              <a:r>
                <a:rPr lang="en-US"/>
                <a:t> </a:t>
              </a:r>
              <a:r>
                <a:rPr lang="en-US" sz="1600" b="1">
                  <a:solidFill>
                    <a:schemeClr val="tx1"/>
                  </a:solidFill>
                </a:rPr>
                <a:t>Continuous Regime Prediction</a:t>
              </a:r>
              <a:endParaRPr lang="en-IN" sz="1600" b="1">
                <a:solidFill>
                  <a:schemeClr val="tx1"/>
                </a:solidFill>
              </a:endParaRPr>
            </a:p>
          </p:txBody>
        </p:sp>
      </p:grpSp>
      <p:grpSp>
        <p:nvGrpSpPr>
          <p:cNvPr id="423" name="Group 422">
            <a:extLst>
              <a:ext uri="{FF2B5EF4-FFF2-40B4-BE49-F238E27FC236}">
                <a16:creationId xmlns:a16="http://schemas.microsoft.com/office/drawing/2014/main" id="{610A88DD-43D2-4162-D45C-A6A742B331CC}"/>
              </a:ext>
            </a:extLst>
          </p:cNvPr>
          <p:cNvGrpSpPr/>
          <p:nvPr/>
        </p:nvGrpSpPr>
        <p:grpSpPr>
          <a:xfrm>
            <a:off x="4042744" y="785493"/>
            <a:ext cx="7888501" cy="2835952"/>
            <a:chOff x="4042744" y="785493"/>
            <a:chExt cx="7888501" cy="2835952"/>
          </a:xfrm>
        </p:grpSpPr>
        <p:sp>
          <p:nvSpPr>
            <p:cNvPr id="960" name="Arrow: Right 959">
              <a:extLst>
                <a:ext uri="{FF2B5EF4-FFF2-40B4-BE49-F238E27FC236}">
                  <a16:creationId xmlns:a16="http://schemas.microsoft.com/office/drawing/2014/main" id="{CFA0039E-F388-C371-37B0-99A5591DA8C4}"/>
                </a:ext>
              </a:extLst>
            </p:cNvPr>
            <p:cNvSpPr/>
            <p:nvPr/>
          </p:nvSpPr>
          <p:spPr>
            <a:xfrm rot="5400000">
              <a:off x="7837160" y="1896793"/>
              <a:ext cx="334959" cy="7200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4" name="Arrow: Right 403">
              <a:extLst>
                <a:ext uri="{FF2B5EF4-FFF2-40B4-BE49-F238E27FC236}">
                  <a16:creationId xmlns:a16="http://schemas.microsoft.com/office/drawing/2014/main" id="{A81915E6-B786-D3B3-890F-E73953CE9958}"/>
                </a:ext>
              </a:extLst>
            </p:cNvPr>
            <p:cNvSpPr/>
            <p:nvPr/>
          </p:nvSpPr>
          <p:spPr>
            <a:xfrm rot="5400000">
              <a:off x="9910297" y="2747504"/>
              <a:ext cx="266011" cy="7200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421" name="Group 420">
              <a:extLst>
                <a:ext uri="{FF2B5EF4-FFF2-40B4-BE49-F238E27FC236}">
                  <a16:creationId xmlns:a16="http://schemas.microsoft.com/office/drawing/2014/main" id="{0588AEDB-018F-C29C-41A6-D49B03217FE0}"/>
                </a:ext>
              </a:extLst>
            </p:cNvPr>
            <p:cNvGrpSpPr/>
            <p:nvPr/>
          </p:nvGrpSpPr>
          <p:grpSpPr>
            <a:xfrm>
              <a:off x="4042744" y="785493"/>
              <a:ext cx="7888501" cy="2835952"/>
              <a:chOff x="4042744" y="785493"/>
              <a:chExt cx="7888501" cy="2835952"/>
            </a:xfrm>
          </p:grpSpPr>
          <p:grpSp>
            <p:nvGrpSpPr>
              <p:cNvPr id="419" name="Group 418">
                <a:extLst>
                  <a:ext uri="{FF2B5EF4-FFF2-40B4-BE49-F238E27FC236}">
                    <a16:creationId xmlns:a16="http://schemas.microsoft.com/office/drawing/2014/main" id="{0060D71A-6FF0-0293-3F38-57CBA64DF01F}"/>
                  </a:ext>
                </a:extLst>
              </p:cNvPr>
              <p:cNvGrpSpPr/>
              <p:nvPr/>
            </p:nvGrpSpPr>
            <p:grpSpPr>
              <a:xfrm>
                <a:off x="4042744" y="785493"/>
                <a:ext cx="7888501" cy="2835952"/>
                <a:chOff x="4042744" y="785493"/>
                <a:chExt cx="7888501" cy="2835952"/>
              </a:xfrm>
            </p:grpSpPr>
            <p:sp>
              <p:nvSpPr>
                <p:cNvPr id="896" name="Rectangle: Rounded Corners 895">
                  <a:extLst>
                    <a:ext uri="{FF2B5EF4-FFF2-40B4-BE49-F238E27FC236}">
                      <a16:creationId xmlns:a16="http://schemas.microsoft.com/office/drawing/2014/main" id="{2A11F640-0CCD-3E49-E029-20646DA0504B}"/>
                    </a:ext>
                  </a:extLst>
                </p:cNvPr>
                <p:cNvSpPr/>
                <p:nvPr/>
              </p:nvSpPr>
              <p:spPr>
                <a:xfrm>
                  <a:off x="4240117" y="785493"/>
                  <a:ext cx="7691128" cy="2835952"/>
                </a:xfrm>
                <a:prstGeom prst="roundRect">
                  <a:avLst>
                    <a:gd name="adj" fmla="val 2822"/>
                  </a:avLst>
                </a:prstGeom>
                <a:noFill/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A219FFF9-3D95-AF75-1D8C-C599F6A497E9}"/>
                    </a:ext>
                  </a:extLst>
                </p:cNvPr>
                <p:cNvSpPr/>
                <p:nvPr/>
              </p:nvSpPr>
              <p:spPr>
                <a:xfrm>
                  <a:off x="4042744" y="925079"/>
                  <a:ext cx="2140948" cy="344478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6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600">
                      <a:solidFill>
                        <a:srgbClr val="C00000"/>
                      </a:solidFill>
                    </a:rPr>
                    <a:t>      02</a:t>
                  </a:r>
                  <a:r>
                    <a:rPr lang="en-US"/>
                    <a:t> </a:t>
                  </a:r>
                  <a:r>
                    <a:rPr lang="en-US" sz="1600" b="1">
                      <a:solidFill>
                        <a:schemeClr val="tx1"/>
                      </a:solidFill>
                    </a:rPr>
                    <a:t>The architecture</a:t>
                  </a:r>
                  <a:endParaRPr lang="en-IN" sz="160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1" name="Right Triangle 390">
                  <a:extLst>
                    <a:ext uri="{FF2B5EF4-FFF2-40B4-BE49-F238E27FC236}">
                      <a16:creationId xmlns:a16="http://schemas.microsoft.com/office/drawing/2014/main" id="{3A94D31B-5EFE-C60D-C2DA-6212EA6FB4AB}"/>
                    </a:ext>
                  </a:extLst>
                </p:cNvPr>
                <p:cNvSpPr/>
                <p:nvPr/>
              </p:nvSpPr>
              <p:spPr>
                <a:xfrm rot="10800000">
                  <a:off x="4042744" y="1275650"/>
                  <a:ext cx="183293" cy="190695"/>
                </a:xfrm>
                <a:prstGeom prst="rtTriangle">
                  <a:avLst/>
                </a:prstGeom>
                <a:solidFill>
                  <a:schemeClr val="accent5">
                    <a:lumMod val="75000"/>
                    <a:alpha val="26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20" name="Group 419">
                <a:extLst>
                  <a:ext uri="{FF2B5EF4-FFF2-40B4-BE49-F238E27FC236}">
                    <a16:creationId xmlns:a16="http://schemas.microsoft.com/office/drawing/2014/main" id="{EEB62618-B804-27E0-027B-11395439E84D}"/>
                  </a:ext>
                </a:extLst>
              </p:cNvPr>
              <p:cNvGrpSpPr/>
              <p:nvPr/>
            </p:nvGrpSpPr>
            <p:grpSpPr>
              <a:xfrm>
                <a:off x="4406645" y="1045621"/>
                <a:ext cx="7244782" cy="2422835"/>
                <a:chOff x="4406645" y="1045621"/>
                <a:chExt cx="7244782" cy="2422835"/>
              </a:xfrm>
            </p:grpSpPr>
            <p:sp>
              <p:nvSpPr>
                <p:cNvPr id="897" name="TextBox 896">
                  <a:extLst>
                    <a:ext uri="{FF2B5EF4-FFF2-40B4-BE49-F238E27FC236}">
                      <a16:creationId xmlns:a16="http://schemas.microsoft.com/office/drawing/2014/main" id="{DA3C68F0-4ACC-E77A-4F48-BA951CF1DCC8}"/>
                    </a:ext>
                  </a:extLst>
                </p:cNvPr>
                <p:cNvSpPr txBox="1"/>
                <p:nvPr/>
              </p:nvSpPr>
              <p:spPr>
                <a:xfrm>
                  <a:off x="5398900" y="1308934"/>
                  <a:ext cx="110913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/>
                    <a:t>Indicators</a:t>
                  </a:r>
                  <a:endParaRPr lang="en-IN"/>
                </a:p>
              </p:txBody>
            </p:sp>
            <p:sp>
              <p:nvSpPr>
                <p:cNvPr id="900" name="TextBox 899">
                  <a:extLst>
                    <a:ext uri="{FF2B5EF4-FFF2-40B4-BE49-F238E27FC236}">
                      <a16:creationId xmlns:a16="http://schemas.microsoft.com/office/drawing/2014/main" id="{38BFB41D-E71D-CF1B-CAAB-03760141ECBB}"/>
                    </a:ext>
                  </a:extLst>
                </p:cNvPr>
                <p:cNvSpPr txBox="1"/>
                <p:nvPr/>
              </p:nvSpPr>
              <p:spPr>
                <a:xfrm>
                  <a:off x="6525858" y="1232849"/>
                  <a:ext cx="914400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>
                      <a:latin typeface="+mj-lt"/>
                    </a:rPr>
                    <a:t>Scaling</a:t>
                  </a:r>
                  <a:endParaRPr lang="en-IN" sz="800">
                    <a:latin typeface="+mj-lt"/>
                  </a:endParaRPr>
                </a:p>
              </p:txBody>
            </p:sp>
            <p:sp>
              <p:nvSpPr>
                <p:cNvPr id="901" name="Rectangle: Rounded Corners 900">
                  <a:extLst>
                    <a:ext uri="{FF2B5EF4-FFF2-40B4-BE49-F238E27FC236}">
                      <a16:creationId xmlns:a16="http://schemas.microsoft.com/office/drawing/2014/main" id="{F56DDDC5-523C-2912-0E67-9AFEBA297464}"/>
                    </a:ext>
                  </a:extLst>
                </p:cNvPr>
                <p:cNvSpPr/>
                <p:nvPr/>
              </p:nvSpPr>
              <p:spPr>
                <a:xfrm>
                  <a:off x="7230517" y="1239080"/>
                  <a:ext cx="1456266" cy="463777"/>
                </a:xfrm>
                <a:prstGeom prst="roundRect">
                  <a:avLst>
                    <a:gd name="adj" fmla="val 17634"/>
                  </a:avLst>
                </a:prstGeom>
                <a:solidFill>
                  <a:srgbClr val="BAE1F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>
                      <a:solidFill>
                        <a:schemeClr val="tx1"/>
                      </a:solidFill>
                      <a:latin typeface="+mj-lt"/>
                    </a:rPr>
                    <a:t>GMM(unsupervised learning)</a:t>
                  </a:r>
                  <a:endParaRPr lang="en-IN" sz="120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  <p:sp>
              <p:nvSpPr>
                <p:cNvPr id="904" name="Arrow: Right 903">
                  <a:extLst>
                    <a:ext uri="{FF2B5EF4-FFF2-40B4-BE49-F238E27FC236}">
                      <a16:creationId xmlns:a16="http://schemas.microsoft.com/office/drawing/2014/main" id="{2C955CE6-DB80-AE49-94C0-DAB5281CD6A1}"/>
                    </a:ext>
                  </a:extLst>
                </p:cNvPr>
                <p:cNvSpPr/>
                <p:nvPr/>
              </p:nvSpPr>
              <p:spPr>
                <a:xfrm>
                  <a:off x="8831401" y="1460798"/>
                  <a:ext cx="492049" cy="72000"/>
                </a:xfrm>
                <a:prstGeom prst="right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906" name="TextBox 905">
                  <a:extLst>
                    <a:ext uri="{FF2B5EF4-FFF2-40B4-BE49-F238E27FC236}">
                      <a16:creationId xmlns:a16="http://schemas.microsoft.com/office/drawing/2014/main" id="{BD9BE022-847F-25A9-0A3C-E3C17675AFE6}"/>
                    </a:ext>
                  </a:extLst>
                </p:cNvPr>
                <p:cNvSpPr txBox="1"/>
                <p:nvPr/>
              </p:nvSpPr>
              <p:spPr>
                <a:xfrm>
                  <a:off x="8714787" y="1261506"/>
                  <a:ext cx="1034894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>
                      <a:latin typeface="+mj-lt"/>
                    </a:rPr>
                    <a:t>Feature </a:t>
                  </a:r>
                  <a:r>
                    <a:rPr lang="en-US" sz="800" err="1">
                      <a:latin typeface="+mj-lt"/>
                    </a:rPr>
                    <a:t>engg</a:t>
                  </a:r>
                  <a:r>
                    <a:rPr lang="en-US" sz="800">
                      <a:latin typeface="+mj-lt"/>
                    </a:rPr>
                    <a:t>.</a:t>
                  </a:r>
                  <a:endParaRPr lang="en-IN" sz="800">
                    <a:latin typeface="+mj-lt"/>
                  </a:endParaRPr>
                </a:p>
              </p:txBody>
            </p:sp>
            <p:sp>
              <p:nvSpPr>
                <p:cNvPr id="907" name="Rectangle: Rounded Corners 906">
                  <a:extLst>
                    <a:ext uri="{FF2B5EF4-FFF2-40B4-BE49-F238E27FC236}">
                      <a16:creationId xmlns:a16="http://schemas.microsoft.com/office/drawing/2014/main" id="{710728CE-1AFD-44AD-7675-A4C49E1011D8}"/>
                    </a:ext>
                  </a:extLst>
                </p:cNvPr>
                <p:cNvSpPr/>
                <p:nvPr/>
              </p:nvSpPr>
              <p:spPr>
                <a:xfrm>
                  <a:off x="9601276" y="1242497"/>
                  <a:ext cx="825312" cy="466395"/>
                </a:xfrm>
                <a:prstGeom prst="roundRect">
                  <a:avLst/>
                </a:prstGeom>
                <a:solidFill>
                  <a:srgbClr val="BAE1FC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>
                      <a:solidFill>
                        <a:schemeClr val="tx1"/>
                      </a:solidFill>
                      <a:latin typeface="+mj-lt"/>
                    </a:rPr>
                    <a:t>Features</a:t>
                  </a:r>
                  <a:endParaRPr lang="en-IN" sz="120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  <p:sp>
              <p:nvSpPr>
                <p:cNvPr id="962" name="Rectangle: Rounded Corners 961">
                  <a:extLst>
                    <a:ext uri="{FF2B5EF4-FFF2-40B4-BE49-F238E27FC236}">
                      <a16:creationId xmlns:a16="http://schemas.microsoft.com/office/drawing/2014/main" id="{92AA44EA-5D4B-65F0-45F7-C01D545088DD}"/>
                    </a:ext>
                  </a:extLst>
                </p:cNvPr>
                <p:cNvSpPr/>
                <p:nvPr/>
              </p:nvSpPr>
              <p:spPr>
                <a:xfrm>
                  <a:off x="7453906" y="2175773"/>
                  <a:ext cx="1063397" cy="456805"/>
                </a:xfrm>
                <a:prstGeom prst="roundRect">
                  <a:avLst/>
                </a:prstGeom>
                <a:solidFill>
                  <a:srgbClr val="F9E19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>
                      <a:solidFill>
                        <a:srgbClr val="302C6A"/>
                      </a:solidFill>
                      <a:latin typeface="+mj-lt"/>
                    </a:rPr>
                    <a:t>Regime</a:t>
                  </a:r>
                  <a:endParaRPr lang="en-IN" sz="1200">
                    <a:solidFill>
                      <a:srgbClr val="302C6A"/>
                    </a:solidFill>
                    <a:latin typeface="+mj-lt"/>
                  </a:endParaRPr>
                </a:p>
              </p:txBody>
            </p:sp>
            <p:sp>
              <p:nvSpPr>
                <p:cNvPr id="965" name="Rectangle: Rounded Corners 964">
                  <a:extLst>
                    <a:ext uri="{FF2B5EF4-FFF2-40B4-BE49-F238E27FC236}">
                      <a16:creationId xmlns:a16="http://schemas.microsoft.com/office/drawing/2014/main" id="{AD6108FF-F9F2-D6CD-5D78-EB2811B01AD9}"/>
                    </a:ext>
                  </a:extLst>
                </p:cNvPr>
                <p:cNvSpPr/>
                <p:nvPr/>
              </p:nvSpPr>
              <p:spPr>
                <a:xfrm>
                  <a:off x="9547759" y="2119487"/>
                  <a:ext cx="932345" cy="495040"/>
                </a:xfrm>
                <a:prstGeom prst="roundRect">
                  <a:avLst/>
                </a:prstGeom>
                <a:solidFill>
                  <a:srgbClr val="BAE1FC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>
                      <a:solidFill>
                        <a:schemeClr val="tx1"/>
                      </a:solidFill>
                      <a:latin typeface="+mj-lt"/>
                    </a:rPr>
                    <a:t>Feature parameters</a:t>
                  </a:r>
                  <a:endParaRPr lang="en-IN" sz="120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  <p:sp>
              <p:nvSpPr>
                <p:cNvPr id="996" name="Rectangle: Rounded Corners 995">
                  <a:extLst>
                    <a:ext uri="{FF2B5EF4-FFF2-40B4-BE49-F238E27FC236}">
                      <a16:creationId xmlns:a16="http://schemas.microsoft.com/office/drawing/2014/main" id="{7F66FF14-CBC7-8ECE-596D-4D86ACB7A35E}"/>
                    </a:ext>
                  </a:extLst>
                </p:cNvPr>
                <p:cNvSpPr/>
                <p:nvPr/>
              </p:nvSpPr>
              <p:spPr>
                <a:xfrm>
                  <a:off x="5528716" y="2134514"/>
                  <a:ext cx="932345" cy="495040"/>
                </a:xfrm>
                <a:prstGeom prst="roundRect">
                  <a:avLst/>
                </a:prstGeom>
                <a:solidFill>
                  <a:srgbClr val="BAE1FC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>
                      <a:solidFill>
                        <a:schemeClr val="tx1"/>
                      </a:solidFill>
                      <a:latin typeface="+mj-lt"/>
                    </a:rPr>
                    <a:t>Objective parameters</a:t>
                  </a:r>
                  <a:endParaRPr lang="en-IN" sz="120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  <p:sp>
              <p:nvSpPr>
                <p:cNvPr id="1016" name="Rectangle: Rounded Corners 1015">
                  <a:extLst>
                    <a:ext uri="{FF2B5EF4-FFF2-40B4-BE49-F238E27FC236}">
                      <a16:creationId xmlns:a16="http://schemas.microsoft.com/office/drawing/2014/main" id="{B5D3712E-FDDD-76C1-43D5-1DB738317333}"/>
                    </a:ext>
                  </a:extLst>
                </p:cNvPr>
                <p:cNvSpPr/>
                <p:nvPr/>
              </p:nvSpPr>
              <p:spPr>
                <a:xfrm>
                  <a:off x="9749681" y="2958433"/>
                  <a:ext cx="601690" cy="405461"/>
                </a:xfrm>
                <a:prstGeom prst="roundRect">
                  <a:avLst/>
                </a:prstGeom>
                <a:solidFill>
                  <a:srgbClr val="BAE1FC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>
                      <a:solidFill>
                        <a:schemeClr val="tx1"/>
                      </a:solidFill>
                      <a:latin typeface="+mj-lt"/>
                    </a:rPr>
                    <a:t>Alpha</a:t>
                  </a:r>
                  <a:endParaRPr lang="en-IN" sz="120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  <p:grpSp>
              <p:nvGrpSpPr>
                <p:cNvPr id="997" name="Group 996">
                  <a:extLst>
                    <a:ext uri="{FF2B5EF4-FFF2-40B4-BE49-F238E27FC236}">
                      <a16:creationId xmlns:a16="http://schemas.microsoft.com/office/drawing/2014/main" id="{4FE80DAE-021D-8E36-6869-04B705D2DCD4}"/>
                    </a:ext>
                  </a:extLst>
                </p:cNvPr>
                <p:cNvGrpSpPr/>
                <p:nvPr/>
              </p:nvGrpSpPr>
              <p:grpSpPr>
                <a:xfrm>
                  <a:off x="4406645" y="1790911"/>
                  <a:ext cx="1028213" cy="267610"/>
                  <a:chOff x="4451601" y="3386349"/>
                  <a:chExt cx="3304163" cy="546101"/>
                </a:xfrm>
              </p:grpSpPr>
              <p:sp>
                <p:nvSpPr>
                  <p:cNvPr id="998" name="rfcard3">
                    <a:extLst>
                      <a:ext uri="{FF2B5EF4-FFF2-40B4-BE49-F238E27FC236}">
                        <a16:creationId xmlns:a16="http://schemas.microsoft.com/office/drawing/2014/main" id="{250B9FE4-50BE-B7E0-D772-6E857B4C4D21}"/>
                      </a:ext>
                    </a:extLst>
                  </p:cNvPr>
                  <p:cNvSpPr/>
                  <p:nvPr/>
                </p:nvSpPr>
                <p:spPr>
                  <a:xfrm>
                    <a:off x="4482208" y="3412606"/>
                    <a:ext cx="3078850" cy="512964"/>
                  </a:xfrm>
                  <a:prstGeom prst="rect">
                    <a:avLst/>
                  </a:prstGeom>
                  <a:solidFill>
                    <a:srgbClr val="302C6A"/>
                  </a:solidFill>
                  <a:ln w="9525">
                    <a:solidFill>
                      <a:srgbClr val="BAE1FC"/>
                    </a:solidFill>
                  </a:ln>
                </p:spPr>
                <p:txBody>
                  <a:bodyPr/>
                  <a:lstStyle/>
                  <a:p>
                    <a:endParaRPr>
                      <a:solidFill>
                        <a:schemeClr val="bg1"/>
                      </a:solidFill>
                    </a:endParaRPr>
                  </a:p>
                </p:txBody>
              </p:sp>
              <p:grpSp>
                <p:nvGrpSpPr>
                  <p:cNvPr id="999" name="Group 998">
                    <a:extLst>
                      <a:ext uri="{FF2B5EF4-FFF2-40B4-BE49-F238E27FC236}">
                        <a16:creationId xmlns:a16="http://schemas.microsoft.com/office/drawing/2014/main" id="{57BAB320-9698-CEBD-710E-9E02B30F6639}"/>
                      </a:ext>
                    </a:extLst>
                  </p:cNvPr>
                  <p:cNvGrpSpPr/>
                  <p:nvPr/>
                </p:nvGrpSpPr>
                <p:grpSpPr>
                  <a:xfrm>
                    <a:off x="4451601" y="3386349"/>
                    <a:ext cx="3304163" cy="546101"/>
                    <a:chOff x="4451601" y="3386349"/>
                    <a:chExt cx="3304163" cy="546101"/>
                  </a:xfrm>
                </p:grpSpPr>
                <p:sp>
                  <p:nvSpPr>
                    <p:cNvPr id="1000" name="rftxt3">
                      <a:extLst>
                        <a:ext uri="{FF2B5EF4-FFF2-40B4-BE49-F238E27FC236}">
                          <a16:creationId xmlns:a16="http://schemas.microsoft.com/office/drawing/2014/main" id="{46F01F27-8293-D9D5-947F-AE0EAC79D4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53763" y="3386349"/>
                      <a:ext cx="3302001" cy="54610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rtlCol="0" anchor="ctr">
                      <a:noAutofit/>
                    </a:bodyPr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+mj-lt"/>
                        </a:rPr>
                        <a:t>risk_aversion</a:t>
                      </a:r>
                    </a:p>
                  </p:txBody>
                </p:sp>
                <p:sp>
                  <p:nvSpPr>
                    <p:cNvPr id="1002" name="rfbar0">
                      <a:extLst>
                        <a:ext uri="{FF2B5EF4-FFF2-40B4-BE49-F238E27FC236}">
                          <a16:creationId xmlns:a16="http://schemas.microsoft.com/office/drawing/2014/main" id="{3A9DBC5E-4558-9078-FF42-21F10BE7B4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51601" y="3408680"/>
                      <a:ext cx="45719" cy="520355"/>
                    </a:xfrm>
                    <a:prstGeom prst="rect">
                      <a:avLst/>
                    </a:prstGeom>
                    <a:solidFill>
                      <a:srgbClr val="BAE1FC"/>
                    </a:solidFill>
                    <a:ln>
                      <a:noFill/>
                    </a:ln>
                  </p:spPr>
                  <p:txBody>
                    <a:bodyPr/>
                    <a:lstStyle/>
                    <a:p>
                      <a:endParaRPr/>
                    </a:p>
                  </p:txBody>
                </p:sp>
              </p:grpSp>
            </p:grpSp>
            <p:sp>
              <p:nvSpPr>
                <p:cNvPr id="615" name="Rectangle: Rounded Corners 614">
                  <a:extLst>
                    <a:ext uri="{FF2B5EF4-FFF2-40B4-BE49-F238E27FC236}">
                      <a16:creationId xmlns:a16="http://schemas.microsoft.com/office/drawing/2014/main" id="{606E8F94-F3D9-0ED8-6B9B-D1D3CD85BD89}"/>
                    </a:ext>
                  </a:extLst>
                </p:cNvPr>
                <p:cNvSpPr/>
                <p:nvPr/>
              </p:nvSpPr>
              <p:spPr>
                <a:xfrm>
                  <a:off x="7230517" y="2835226"/>
                  <a:ext cx="1456266" cy="620690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>
                      <a:latin typeface="+mj-lt"/>
                    </a:rPr>
                    <a:t>Objective function</a:t>
                  </a:r>
                  <a:endParaRPr lang="en-IN" sz="1200">
                    <a:latin typeface="+mj-lt"/>
                  </a:endParaRPr>
                </a:p>
              </p:txBody>
            </p:sp>
            <p:sp>
              <p:nvSpPr>
                <p:cNvPr id="616" name="TextBox 615">
                  <a:extLst>
                    <a:ext uri="{FF2B5EF4-FFF2-40B4-BE49-F238E27FC236}">
                      <a16:creationId xmlns:a16="http://schemas.microsoft.com/office/drawing/2014/main" id="{843066BA-2DA0-C17A-D426-3DFCDEBCAB8B}"/>
                    </a:ext>
                  </a:extLst>
                </p:cNvPr>
                <p:cNvSpPr txBox="1"/>
                <p:nvPr/>
              </p:nvSpPr>
              <p:spPr>
                <a:xfrm>
                  <a:off x="4413757" y="3086567"/>
                  <a:ext cx="2047304" cy="38188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4000"/>
                  </a:schemeClr>
                </a:solidFill>
                <a:ln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>
                      <a:latin typeface="Georgia" panose="02040502050405020303" pitchFamily="18" charset="0"/>
                    </a:rPr>
                    <a:t>SLSQP Optimizer!</a:t>
                  </a:r>
                  <a:endParaRPr lang="en-IN">
                    <a:latin typeface="Georgia" panose="02040502050405020303" pitchFamily="18" charset="0"/>
                  </a:endParaRPr>
                </a:p>
              </p:txBody>
            </p:sp>
            <p:grpSp>
              <p:nvGrpSpPr>
                <p:cNvPr id="225" name="Group 224">
                  <a:extLst>
                    <a:ext uri="{FF2B5EF4-FFF2-40B4-BE49-F238E27FC236}">
                      <a16:creationId xmlns:a16="http://schemas.microsoft.com/office/drawing/2014/main" id="{30E0E027-D192-75D8-7E38-13E98B7EA4F8}"/>
                    </a:ext>
                  </a:extLst>
                </p:cNvPr>
                <p:cNvGrpSpPr/>
                <p:nvPr/>
              </p:nvGrpSpPr>
              <p:grpSpPr>
                <a:xfrm>
                  <a:off x="10617642" y="1045621"/>
                  <a:ext cx="1033785" cy="764860"/>
                  <a:chOff x="10723743" y="1073122"/>
                  <a:chExt cx="1033785" cy="764860"/>
                </a:xfrm>
              </p:grpSpPr>
              <p:grpSp>
                <p:nvGrpSpPr>
                  <p:cNvPr id="966" name="Group 965">
                    <a:extLst>
                      <a:ext uri="{FF2B5EF4-FFF2-40B4-BE49-F238E27FC236}">
                        <a16:creationId xmlns:a16="http://schemas.microsoft.com/office/drawing/2014/main" id="{AB8BC706-8C86-2B0B-6585-4789396B80FB}"/>
                      </a:ext>
                    </a:extLst>
                  </p:cNvPr>
                  <p:cNvGrpSpPr/>
                  <p:nvPr/>
                </p:nvGrpSpPr>
                <p:grpSpPr>
                  <a:xfrm>
                    <a:off x="10724074" y="1073122"/>
                    <a:ext cx="1033454" cy="236626"/>
                    <a:chOff x="4451601" y="3383735"/>
                    <a:chExt cx="3369498" cy="546100"/>
                  </a:xfrm>
                </p:grpSpPr>
                <p:sp>
                  <p:nvSpPr>
                    <p:cNvPr id="967" name="rfcard3">
                      <a:extLst>
                        <a:ext uri="{FF2B5EF4-FFF2-40B4-BE49-F238E27FC236}">
                          <a16:creationId xmlns:a16="http://schemas.microsoft.com/office/drawing/2014/main" id="{FC987B6A-39B0-FBED-7931-2DE0D5474C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2208" y="3412606"/>
                      <a:ext cx="3078850" cy="512964"/>
                    </a:xfrm>
                    <a:prstGeom prst="rect">
                      <a:avLst/>
                    </a:prstGeom>
                    <a:solidFill>
                      <a:srgbClr val="372282"/>
                    </a:solidFill>
                    <a:ln w="9525">
                      <a:solidFill>
                        <a:srgbClr val="BAE1FC"/>
                      </a:solidFill>
                    </a:ln>
                  </p:spPr>
                  <p:txBody>
                    <a:bodyPr/>
                    <a:lstStyle/>
                    <a:p>
                      <a:endParaRPr>
                        <a:solidFill>
                          <a:srgbClr val="00B050"/>
                        </a:solidFill>
                      </a:endParaRPr>
                    </a:p>
                  </p:txBody>
                </p:sp>
                <p:grpSp>
                  <p:nvGrpSpPr>
                    <p:cNvPr id="968" name="Group 967">
                      <a:extLst>
                        <a:ext uri="{FF2B5EF4-FFF2-40B4-BE49-F238E27FC236}">
                          <a16:creationId xmlns:a16="http://schemas.microsoft.com/office/drawing/2014/main" id="{908C4EEF-E7E8-9B2C-E0D6-A78A68AD2BD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51601" y="3383735"/>
                      <a:ext cx="3369498" cy="546100"/>
                      <a:chOff x="4451601" y="3383735"/>
                      <a:chExt cx="3369498" cy="546100"/>
                    </a:xfrm>
                  </p:grpSpPr>
                  <p:sp>
                    <p:nvSpPr>
                      <p:cNvPr id="969" name="rftxt3">
                        <a:extLst>
                          <a:ext uri="{FF2B5EF4-FFF2-40B4-BE49-F238E27FC236}">
                            <a16:creationId xmlns:a16="http://schemas.microsoft.com/office/drawing/2014/main" id="{3D4A0AE4-E064-43D4-E5A0-EC900FD9B9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9098" y="3383735"/>
                        <a:ext cx="3302001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rtlCol="0" anchor="ctr">
                        <a:noAutofit/>
                      </a:bodyPr>
                      <a:lstStyle/>
                      <a:p>
                        <a:pPr marL="171450" indent="-171450" algn="l">
                          <a:buFont typeface="Arial" panose="020B0604020202020204" pitchFamily="34" charset="0"/>
                          <a:buChar char="•"/>
                        </a:pPr>
                        <a:r>
                          <a:rPr lang="en-US" sz="1000" b="1">
                            <a:solidFill>
                              <a:schemeClr val="bg1"/>
                            </a:solidFill>
                            <a:latin typeface="+mj-lt"/>
                          </a:rPr>
                          <a:t>Momentum</a:t>
                        </a:r>
                      </a:p>
                    </p:txBody>
                  </p:sp>
                  <p:sp>
                    <p:nvSpPr>
                      <p:cNvPr id="970" name="rfbar0">
                        <a:extLst>
                          <a:ext uri="{FF2B5EF4-FFF2-40B4-BE49-F238E27FC236}">
                            <a16:creationId xmlns:a16="http://schemas.microsoft.com/office/drawing/2014/main" id="{74409EAB-CB27-1E3A-3443-7672701007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51601" y="3408680"/>
                        <a:ext cx="45719" cy="520355"/>
                      </a:xfrm>
                      <a:prstGeom prst="rect">
                        <a:avLst/>
                      </a:prstGeom>
                      <a:solidFill>
                        <a:srgbClr val="BAE1FC"/>
                      </a:solid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endParaRPr/>
                      </a:p>
                    </p:txBody>
                  </p:sp>
                </p:grpSp>
              </p:grpSp>
              <p:cxnSp>
                <p:nvCxnSpPr>
                  <p:cNvPr id="580" name="Straight Arrow Connector 579">
                    <a:extLst>
                      <a:ext uri="{FF2B5EF4-FFF2-40B4-BE49-F238E27FC236}">
                        <a16:creationId xmlns:a16="http://schemas.microsoft.com/office/drawing/2014/main" id="{CC5EA0DB-4F44-12CF-7F75-6841D746B5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411519" y="1467045"/>
                    <a:ext cx="0" cy="370937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13" name="Group 212">
                    <a:extLst>
                      <a:ext uri="{FF2B5EF4-FFF2-40B4-BE49-F238E27FC236}">
                        <a16:creationId xmlns:a16="http://schemas.microsoft.com/office/drawing/2014/main" id="{175F5F2C-04F6-080B-2EE6-2D4335C7E2E0}"/>
                      </a:ext>
                    </a:extLst>
                  </p:cNvPr>
                  <p:cNvGrpSpPr/>
                  <p:nvPr/>
                </p:nvGrpSpPr>
                <p:grpSpPr>
                  <a:xfrm>
                    <a:off x="10723743" y="1331706"/>
                    <a:ext cx="1033454" cy="236626"/>
                    <a:chOff x="4451601" y="3383735"/>
                    <a:chExt cx="3369498" cy="546100"/>
                  </a:xfrm>
                </p:grpSpPr>
                <p:sp>
                  <p:nvSpPr>
                    <p:cNvPr id="214" name="rfcard3">
                      <a:extLst>
                        <a:ext uri="{FF2B5EF4-FFF2-40B4-BE49-F238E27FC236}">
                          <a16:creationId xmlns:a16="http://schemas.microsoft.com/office/drawing/2014/main" id="{DFA4E1B6-B5D3-AE1F-D3B9-573914EBC3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2208" y="3412606"/>
                      <a:ext cx="3078850" cy="512964"/>
                    </a:xfrm>
                    <a:prstGeom prst="rect">
                      <a:avLst/>
                    </a:prstGeom>
                    <a:solidFill>
                      <a:srgbClr val="372282"/>
                    </a:solidFill>
                    <a:ln w="9525">
                      <a:solidFill>
                        <a:srgbClr val="BAE1FC"/>
                      </a:solidFill>
                    </a:ln>
                  </p:spPr>
                  <p:txBody>
                    <a:bodyPr/>
                    <a:lstStyle/>
                    <a:p>
                      <a:endParaRPr>
                        <a:solidFill>
                          <a:srgbClr val="00B050"/>
                        </a:solidFill>
                      </a:endParaRPr>
                    </a:p>
                  </p:txBody>
                </p:sp>
                <p:grpSp>
                  <p:nvGrpSpPr>
                    <p:cNvPr id="215" name="Group 214">
                      <a:extLst>
                        <a:ext uri="{FF2B5EF4-FFF2-40B4-BE49-F238E27FC236}">
                          <a16:creationId xmlns:a16="http://schemas.microsoft.com/office/drawing/2014/main" id="{AF86B5CA-966B-8F09-92C4-C17594AF994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51601" y="3383735"/>
                      <a:ext cx="3369498" cy="546100"/>
                      <a:chOff x="4451601" y="3383735"/>
                      <a:chExt cx="3369498" cy="546100"/>
                    </a:xfrm>
                  </p:grpSpPr>
                  <p:sp>
                    <p:nvSpPr>
                      <p:cNvPr id="216" name="rftxt3">
                        <a:extLst>
                          <a:ext uri="{FF2B5EF4-FFF2-40B4-BE49-F238E27FC236}">
                            <a16:creationId xmlns:a16="http://schemas.microsoft.com/office/drawing/2014/main" id="{63D26BB8-C15F-0F06-43BA-18B79537F9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9098" y="3383735"/>
                        <a:ext cx="3302001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rtlCol="0" anchor="ctr">
                        <a:noAutofit/>
                      </a:bodyPr>
                      <a:lstStyle/>
                      <a:p>
                        <a:pPr marL="171450" indent="-171450" algn="l">
                          <a:buFont typeface="Arial" panose="020B0604020202020204" pitchFamily="34" charset="0"/>
                          <a:buChar char="•"/>
                        </a:pPr>
                        <a:r>
                          <a:rPr lang="en-US" sz="1000" b="1">
                            <a:solidFill>
                              <a:schemeClr val="bg1"/>
                            </a:solidFill>
                            <a:latin typeface="+mj-lt"/>
                          </a:rPr>
                          <a:t>Volatility</a:t>
                        </a:r>
                      </a:p>
                    </p:txBody>
                  </p:sp>
                  <p:sp>
                    <p:nvSpPr>
                      <p:cNvPr id="217" name="rfbar0">
                        <a:extLst>
                          <a:ext uri="{FF2B5EF4-FFF2-40B4-BE49-F238E27FC236}">
                            <a16:creationId xmlns:a16="http://schemas.microsoft.com/office/drawing/2014/main" id="{F245A79F-04E4-28FF-E51F-8A29A8BBFC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51601" y="3408680"/>
                        <a:ext cx="45719" cy="520355"/>
                      </a:xfrm>
                      <a:prstGeom prst="rect">
                        <a:avLst/>
                      </a:prstGeom>
                      <a:solidFill>
                        <a:srgbClr val="BAE1FC"/>
                      </a:solid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endParaRPr/>
                      </a:p>
                    </p:txBody>
                  </p:sp>
                </p:grpSp>
              </p:grpSp>
              <p:grpSp>
                <p:nvGrpSpPr>
                  <p:cNvPr id="218" name="Group 217">
                    <a:extLst>
                      <a:ext uri="{FF2B5EF4-FFF2-40B4-BE49-F238E27FC236}">
                        <a16:creationId xmlns:a16="http://schemas.microsoft.com/office/drawing/2014/main" id="{61AA5BCD-E493-A742-3192-56162EB92D73}"/>
                      </a:ext>
                    </a:extLst>
                  </p:cNvPr>
                  <p:cNvGrpSpPr/>
                  <p:nvPr/>
                </p:nvGrpSpPr>
                <p:grpSpPr>
                  <a:xfrm>
                    <a:off x="10724074" y="1596338"/>
                    <a:ext cx="1033454" cy="236626"/>
                    <a:chOff x="4451601" y="3383735"/>
                    <a:chExt cx="3369498" cy="546100"/>
                  </a:xfrm>
                </p:grpSpPr>
                <p:sp>
                  <p:nvSpPr>
                    <p:cNvPr id="219" name="rfcard3">
                      <a:extLst>
                        <a:ext uri="{FF2B5EF4-FFF2-40B4-BE49-F238E27FC236}">
                          <a16:creationId xmlns:a16="http://schemas.microsoft.com/office/drawing/2014/main" id="{9997F32D-307C-AEBC-D78D-19CCA2A9A1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2208" y="3412606"/>
                      <a:ext cx="3078850" cy="512964"/>
                    </a:xfrm>
                    <a:prstGeom prst="rect">
                      <a:avLst/>
                    </a:prstGeom>
                    <a:solidFill>
                      <a:srgbClr val="372282"/>
                    </a:solidFill>
                    <a:ln w="9525">
                      <a:solidFill>
                        <a:srgbClr val="BAE1FC"/>
                      </a:solidFill>
                    </a:ln>
                  </p:spPr>
                  <p:txBody>
                    <a:bodyPr/>
                    <a:lstStyle/>
                    <a:p>
                      <a:endParaRPr>
                        <a:solidFill>
                          <a:srgbClr val="00B050"/>
                        </a:solidFill>
                      </a:endParaRPr>
                    </a:p>
                  </p:txBody>
                </p:sp>
                <p:grpSp>
                  <p:nvGrpSpPr>
                    <p:cNvPr id="221" name="Group 220">
                      <a:extLst>
                        <a:ext uri="{FF2B5EF4-FFF2-40B4-BE49-F238E27FC236}">
                          <a16:creationId xmlns:a16="http://schemas.microsoft.com/office/drawing/2014/main" id="{E85244E7-E387-3519-FD06-D364F4F8280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51601" y="3383735"/>
                      <a:ext cx="3369498" cy="546100"/>
                      <a:chOff x="4451601" y="3383735"/>
                      <a:chExt cx="3369498" cy="546100"/>
                    </a:xfrm>
                  </p:grpSpPr>
                  <p:sp>
                    <p:nvSpPr>
                      <p:cNvPr id="222" name="rftxt3">
                        <a:extLst>
                          <a:ext uri="{FF2B5EF4-FFF2-40B4-BE49-F238E27FC236}">
                            <a16:creationId xmlns:a16="http://schemas.microsoft.com/office/drawing/2014/main" id="{65956113-F14D-D6AB-0574-98AC4E4365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9098" y="3383735"/>
                        <a:ext cx="3302001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rtlCol="0" anchor="ctr">
                        <a:noAutofit/>
                      </a:bodyPr>
                      <a:lstStyle/>
                      <a:p>
                        <a:pPr marL="171450" indent="-171450" algn="l">
                          <a:buFont typeface="Arial" panose="020B0604020202020204" pitchFamily="34" charset="0"/>
                          <a:buChar char="•"/>
                        </a:pPr>
                        <a:r>
                          <a:rPr lang="en-US" sz="1000" b="1">
                            <a:solidFill>
                              <a:schemeClr val="bg1"/>
                            </a:solidFill>
                            <a:latin typeface="+mj-lt"/>
                          </a:rPr>
                          <a:t>Quality</a:t>
                        </a:r>
                      </a:p>
                    </p:txBody>
                  </p:sp>
                  <p:sp>
                    <p:nvSpPr>
                      <p:cNvPr id="223" name="rfbar0">
                        <a:extLst>
                          <a:ext uri="{FF2B5EF4-FFF2-40B4-BE49-F238E27FC236}">
                            <a16:creationId xmlns:a16="http://schemas.microsoft.com/office/drawing/2014/main" id="{E87E5CB0-80C8-2459-08E2-DE5CB03534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51601" y="3408680"/>
                        <a:ext cx="45719" cy="520355"/>
                      </a:xfrm>
                      <a:prstGeom prst="rect">
                        <a:avLst/>
                      </a:prstGeom>
                      <a:solidFill>
                        <a:srgbClr val="BAE1FC"/>
                      </a:solid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endParaRPr/>
                      </a:p>
                    </p:txBody>
                  </p:sp>
                </p:grpSp>
              </p:grpSp>
            </p:grpSp>
            <p:sp>
              <p:nvSpPr>
                <p:cNvPr id="231" name="Arrow: Right 230">
                  <a:extLst>
                    <a:ext uri="{FF2B5EF4-FFF2-40B4-BE49-F238E27FC236}">
                      <a16:creationId xmlns:a16="http://schemas.microsoft.com/office/drawing/2014/main" id="{BBA5C356-E33D-5F82-C456-E24A6C351BAA}"/>
                    </a:ext>
                  </a:extLst>
                </p:cNvPr>
                <p:cNvSpPr/>
                <p:nvPr/>
              </p:nvSpPr>
              <p:spPr>
                <a:xfrm>
                  <a:off x="8828435" y="2330305"/>
                  <a:ext cx="492049" cy="72000"/>
                </a:xfrm>
                <a:prstGeom prst="right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grpSp>
              <p:nvGrpSpPr>
                <p:cNvPr id="232" name="Group 231">
                  <a:extLst>
                    <a:ext uri="{FF2B5EF4-FFF2-40B4-BE49-F238E27FC236}">
                      <a16:creationId xmlns:a16="http://schemas.microsoft.com/office/drawing/2014/main" id="{AE4D2E4B-370C-ABF4-98AC-0F574DED1B5C}"/>
                    </a:ext>
                  </a:extLst>
                </p:cNvPr>
                <p:cNvGrpSpPr/>
                <p:nvPr/>
              </p:nvGrpSpPr>
              <p:grpSpPr>
                <a:xfrm>
                  <a:off x="10625787" y="2115754"/>
                  <a:ext cx="1013083" cy="759843"/>
                  <a:chOff x="10724877" y="1216494"/>
                  <a:chExt cx="1013083" cy="759843"/>
                </a:xfrm>
              </p:grpSpPr>
              <p:grpSp>
                <p:nvGrpSpPr>
                  <p:cNvPr id="233" name="Group 232">
                    <a:extLst>
                      <a:ext uri="{FF2B5EF4-FFF2-40B4-BE49-F238E27FC236}">
                        <a16:creationId xmlns:a16="http://schemas.microsoft.com/office/drawing/2014/main" id="{A0BF35C7-A7E0-33C8-AA09-C698F43D6CF9}"/>
                      </a:ext>
                    </a:extLst>
                  </p:cNvPr>
                  <p:cNvGrpSpPr/>
                  <p:nvPr/>
                </p:nvGrpSpPr>
                <p:grpSpPr>
                  <a:xfrm>
                    <a:off x="10725208" y="1216494"/>
                    <a:ext cx="1012752" cy="236626"/>
                    <a:chOff x="4455298" y="3714627"/>
                    <a:chExt cx="3302001" cy="546101"/>
                  </a:xfrm>
                </p:grpSpPr>
                <p:sp>
                  <p:nvSpPr>
                    <p:cNvPr id="245" name="rfcard3">
                      <a:extLst>
                        <a:ext uri="{FF2B5EF4-FFF2-40B4-BE49-F238E27FC236}">
                          <a16:creationId xmlns:a16="http://schemas.microsoft.com/office/drawing/2014/main" id="{BD668B46-9D84-6D89-0062-47F6AD6E98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3742" y="3740888"/>
                      <a:ext cx="3078851" cy="512965"/>
                    </a:xfrm>
                    <a:prstGeom prst="rect">
                      <a:avLst/>
                    </a:prstGeom>
                    <a:solidFill>
                      <a:srgbClr val="372282"/>
                    </a:solidFill>
                    <a:ln w="9525">
                      <a:solidFill>
                        <a:srgbClr val="BAE1FC"/>
                      </a:solidFill>
                    </a:ln>
                  </p:spPr>
                  <p:txBody>
                    <a:bodyPr/>
                    <a:lstStyle/>
                    <a:p>
                      <a:endParaRPr>
                        <a:solidFill>
                          <a:srgbClr val="00B050"/>
                        </a:solidFill>
                      </a:endParaRPr>
                    </a:p>
                  </p:txBody>
                </p:sp>
                <p:sp>
                  <p:nvSpPr>
                    <p:cNvPr id="247" name="rftxt3">
                      <a:extLst>
                        <a:ext uri="{FF2B5EF4-FFF2-40B4-BE49-F238E27FC236}">
                          <a16:creationId xmlns:a16="http://schemas.microsoft.com/office/drawing/2014/main" id="{D194C40A-DD4E-204D-0A64-D7738D6186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55298" y="3714627"/>
                      <a:ext cx="3302001" cy="54610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rtlCol="0" anchor="ctr">
                      <a:noAutofit/>
                    </a:bodyPr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err="1">
                          <a:solidFill>
                            <a:schemeClr val="bg1"/>
                          </a:solidFill>
                          <a:latin typeface="+mj-lt"/>
                        </a:rPr>
                        <a:t>a_mom</a:t>
                      </a:r>
                      <a:endParaRPr lang="en-US" sz="1000" b="1">
                        <a:solidFill>
                          <a:schemeClr val="bg1"/>
                        </a:solidFill>
                        <a:latin typeface="+mj-lt"/>
                      </a:endParaRPr>
                    </a:p>
                  </p:txBody>
                </p:sp>
              </p:grpSp>
              <p:cxnSp>
                <p:nvCxnSpPr>
                  <p:cNvPr id="234" name="Straight Arrow Connector 233">
                    <a:extLst>
                      <a:ext uri="{FF2B5EF4-FFF2-40B4-BE49-F238E27FC236}">
                        <a16:creationId xmlns:a16="http://schemas.microsoft.com/office/drawing/2014/main" id="{62267E14-A042-E2B8-3720-688D303DB5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411519" y="1467045"/>
                    <a:ext cx="0" cy="370937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35" name="Group 234">
                    <a:extLst>
                      <a:ext uri="{FF2B5EF4-FFF2-40B4-BE49-F238E27FC236}">
                        <a16:creationId xmlns:a16="http://schemas.microsoft.com/office/drawing/2014/main" id="{D9EB10A8-CB2B-8A93-C124-E04B428043D8}"/>
                      </a:ext>
                    </a:extLst>
                  </p:cNvPr>
                  <p:cNvGrpSpPr/>
                  <p:nvPr/>
                </p:nvGrpSpPr>
                <p:grpSpPr>
                  <a:xfrm>
                    <a:off x="10724877" y="1475080"/>
                    <a:ext cx="1012752" cy="236626"/>
                    <a:chOff x="4455298" y="3714622"/>
                    <a:chExt cx="3302001" cy="546100"/>
                  </a:xfrm>
                </p:grpSpPr>
                <p:sp>
                  <p:nvSpPr>
                    <p:cNvPr id="241" name="rfcard3">
                      <a:extLst>
                        <a:ext uri="{FF2B5EF4-FFF2-40B4-BE49-F238E27FC236}">
                          <a16:creationId xmlns:a16="http://schemas.microsoft.com/office/drawing/2014/main" id="{94D02C84-09D4-3CC0-C0E4-939B148B52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3742" y="3740881"/>
                      <a:ext cx="3078851" cy="512964"/>
                    </a:xfrm>
                    <a:prstGeom prst="rect">
                      <a:avLst/>
                    </a:prstGeom>
                    <a:solidFill>
                      <a:srgbClr val="372282"/>
                    </a:solidFill>
                    <a:ln w="9525">
                      <a:solidFill>
                        <a:srgbClr val="BAE1FC"/>
                      </a:solidFill>
                    </a:ln>
                  </p:spPr>
                  <p:txBody>
                    <a:bodyPr/>
                    <a:lstStyle/>
                    <a:p>
                      <a:endParaRPr>
                        <a:solidFill>
                          <a:srgbClr val="00B050"/>
                        </a:solidFill>
                      </a:endParaRPr>
                    </a:p>
                  </p:txBody>
                </p:sp>
                <p:sp>
                  <p:nvSpPr>
                    <p:cNvPr id="243" name="rftxt3">
                      <a:extLst>
                        <a:ext uri="{FF2B5EF4-FFF2-40B4-BE49-F238E27FC236}">
                          <a16:creationId xmlns:a16="http://schemas.microsoft.com/office/drawing/2014/main" id="{44E5FB9B-BB90-FA8A-D0CA-BF53B9A555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55298" y="3714622"/>
                      <a:ext cx="3302001" cy="546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rtlCol="0" anchor="ctr">
                      <a:noAutofit/>
                    </a:bodyPr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err="1">
                          <a:solidFill>
                            <a:schemeClr val="bg1"/>
                          </a:solidFill>
                          <a:latin typeface="+mj-lt"/>
                        </a:rPr>
                        <a:t>a_vol</a:t>
                      </a:r>
                      <a:endParaRPr lang="en-US" sz="1000" b="1">
                        <a:solidFill>
                          <a:schemeClr val="bg1"/>
                        </a:solidFill>
                        <a:latin typeface="+mj-lt"/>
                      </a:endParaRPr>
                    </a:p>
                  </p:txBody>
                </p:sp>
              </p:grpSp>
              <p:grpSp>
                <p:nvGrpSpPr>
                  <p:cNvPr id="236" name="Group 235">
                    <a:extLst>
                      <a:ext uri="{FF2B5EF4-FFF2-40B4-BE49-F238E27FC236}">
                        <a16:creationId xmlns:a16="http://schemas.microsoft.com/office/drawing/2014/main" id="{C9B585C5-7DA3-B1BB-D3B4-C166DC7D0C41}"/>
                      </a:ext>
                    </a:extLst>
                  </p:cNvPr>
                  <p:cNvGrpSpPr/>
                  <p:nvPr/>
                </p:nvGrpSpPr>
                <p:grpSpPr>
                  <a:xfrm>
                    <a:off x="10725208" y="1739711"/>
                    <a:ext cx="1012752" cy="236626"/>
                    <a:chOff x="4455298" y="3714620"/>
                    <a:chExt cx="3302001" cy="546100"/>
                  </a:xfrm>
                </p:grpSpPr>
                <p:sp>
                  <p:nvSpPr>
                    <p:cNvPr id="237" name="rfcard3">
                      <a:extLst>
                        <a:ext uri="{FF2B5EF4-FFF2-40B4-BE49-F238E27FC236}">
                          <a16:creationId xmlns:a16="http://schemas.microsoft.com/office/drawing/2014/main" id="{7971C6B7-1779-1540-DFC4-9659004CE4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83742" y="3740883"/>
                      <a:ext cx="3078851" cy="512964"/>
                    </a:xfrm>
                    <a:prstGeom prst="rect">
                      <a:avLst/>
                    </a:prstGeom>
                    <a:solidFill>
                      <a:srgbClr val="372282"/>
                    </a:solidFill>
                    <a:ln w="9525">
                      <a:solidFill>
                        <a:srgbClr val="BAE1FC"/>
                      </a:solidFill>
                    </a:ln>
                  </p:spPr>
                  <p:txBody>
                    <a:bodyPr/>
                    <a:lstStyle/>
                    <a:p>
                      <a:endParaRPr>
                        <a:solidFill>
                          <a:srgbClr val="00B050"/>
                        </a:solidFill>
                      </a:endParaRPr>
                    </a:p>
                  </p:txBody>
                </p:sp>
                <p:sp>
                  <p:nvSpPr>
                    <p:cNvPr id="239" name="rftxt3">
                      <a:extLst>
                        <a:ext uri="{FF2B5EF4-FFF2-40B4-BE49-F238E27FC236}">
                          <a16:creationId xmlns:a16="http://schemas.microsoft.com/office/drawing/2014/main" id="{3DCFA03E-85E0-A27B-C123-F7B6189EDE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55298" y="3714620"/>
                      <a:ext cx="3302001" cy="546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rtlCol="0" anchor="ctr">
                      <a:noAutofit/>
                    </a:bodyPr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err="1">
                          <a:solidFill>
                            <a:schemeClr val="bg1"/>
                          </a:solidFill>
                          <a:latin typeface="+mj-lt"/>
                        </a:rPr>
                        <a:t>a_qual</a:t>
                      </a:r>
                      <a:endParaRPr lang="en-US" sz="1000" b="1">
                        <a:solidFill>
                          <a:schemeClr val="bg1"/>
                        </a:solidFill>
                        <a:latin typeface="+mj-lt"/>
                      </a:endParaRPr>
                    </a:p>
                  </p:txBody>
                </p:sp>
              </p:grpSp>
            </p:grpSp>
            <p:grpSp>
              <p:nvGrpSpPr>
                <p:cNvPr id="255" name="Group 254">
                  <a:extLst>
                    <a:ext uri="{FF2B5EF4-FFF2-40B4-BE49-F238E27FC236}">
                      <a16:creationId xmlns:a16="http://schemas.microsoft.com/office/drawing/2014/main" id="{FE7CFB35-1BAA-7F4D-1C3F-63B35C675B36}"/>
                    </a:ext>
                  </a:extLst>
                </p:cNvPr>
                <p:cNvGrpSpPr/>
                <p:nvPr/>
              </p:nvGrpSpPr>
              <p:grpSpPr>
                <a:xfrm>
                  <a:off x="4406645" y="2060931"/>
                  <a:ext cx="1027540" cy="267610"/>
                  <a:chOff x="4452037" y="2404338"/>
                  <a:chExt cx="1027540" cy="267610"/>
                </a:xfrm>
              </p:grpSpPr>
              <p:sp>
                <p:nvSpPr>
                  <p:cNvPr id="252" name="rfcard3">
                    <a:extLst>
                      <a:ext uri="{FF2B5EF4-FFF2-40B4-BE49-F238E27FC236}">
                        <a16:creationId xmlns:a16="http://schemas.microsoft.com/office/drawing/2014/main" id="{6EE3C465-7683-8FD9-7373-F33C46CB29EF}"/>
                      </a:ext>
                    </a:extLst>
                  </p:cNvPr>
                  <p:cNvSpPr/>
                  <p:nvPr/>
                </p:nvSpPr>
                <p:spPr>
                  <a:xfrm>
                    <a:off x="4460889" y="2417205"/>
                    <a:ext cx="958098" cy="251372"/>
                  </a:xfrm>
                  <a:prstGeom prst="rect">
                    <a:avLst/>
                  </a:prstGeom>
                  <a:solidFill>
                    <a:srgbClr val="302C6A"/>
                  </a:solidFill>
                  <a:ln w="9525">
                    <a:solidFill>
                      <a:srgbClr val="BAE1FC"/>
                    </a:solidFill>
                  </a:ln>
                </p:spPr>
                <p:txBody>
                  <a:bodyPr/>
                  <a:lstStyle/>
                  <a:p>
                    <a:endParaRPr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54" name="rftxt3">
                    <a:extLst>
                      <a:ext uri="{FF2B5EF4-FFF2-40B4-BE49-F238E27FC236}">
                        <a16:creationId xmlns:a16="http://schemas.microsoft.com/office/drawing/2014/main" id="{819173E7-301F-8263-A5E0-D08124176D51}"/>
                      </a:ext>
                    </a:extLst>
                  </p:cNvPr>
                  <p:cNvSpPr/>
                  <p:nvPr/>
                </p:nvSpPr>
                <p:spPr>
                  <a:xfrm>
                    <a:off x="4452037" y="2404338"/>
                    <a:ext cx="1027540" cy="2676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rtlCol="0" anchor="ctr">
                    <a:noAutofit/>
                  </a:bodyPr>
                  <a:lstStyle/>
                  <a:p>
                    <a:pPr marL="171450" indent="-171450" algn="l">
                      <a:buFont typeface="Arial" panose="020B0604020202020204" pitchFamily="34" charset="0"/>
                      <a:buChar char="•"/>
                    </a:pPr>
                    <a:r>
                      <a:rPr lang="en-US" sz="1000" b="1">
                        <a:solidFill>
                          <a:schemeClr val="bg1"/>
                        </a:solidFill>
                        <a:latin typeface="+mj-lt"/>
                      </a:rPr>
                      <a:t>alpha_scale</a:t>
                    </a:r>
                  </a:p>
                </p:txBody>
              </p:sp>
            </p:grpSp>
            <p:grpSp>
              <p:nvGrpSpPr>
                <p:cNvPr id="384" name="Group 383">
                  <a:extLst>
                    <a:ext uri="{FF2B5EF4-FFF2-40B4-BE49-F238E27FC236}">
                      <a16:creationId xmlns:a16="http://schemas.microsoft.com/office/drawing/2014/main" id="{5FA15794-5DFB-AA6E-62E0-363728629035}"/>
                    </a:ext>
                  </a:extLst>
                </p:cNvPr>
                <p:cNvGrpSpPr/>
                <p:nvPr/>
              </p:nvGrpSpPr>
              <p:grpSpPr>
                <a:xfrm>
                  <a:off x="4410958" y="2342569"/>
                  <a:ext cx="1027540" cy="267610"/>
                  <a:chOff x="4452037" y="2404338"/>
                  <a:chExt cx="1027540" cy="267610"/>
                </a:xfrm>
              </p:grpSpPr>
              <p:sp>
                <p:nvSpPr>
                  <p:cNvPr id="385" name="rfcard3">
                    <a:extLst>
                      <a:ext uri="{FF2B5EF4-FFF2-40B4-BE49-F238E27FC236}">
                        <a16:creationId xmlns:a16="http://schemas.microsoft.com/office/drawing/2014/main" id="{25A991D8-AF56-E76E-5FFD-0F45A3BCE4E0}"/>
                      </a:ext>
                    </a:extLst>
                  </p:cNvPr>
                  <p:cNvSpPr/>
                  <p:nvPr/>
                </p:nvSpPr>
                <p:spPr>
                  <a:xfrm>
                    <a:off x="4460889" y="2417205"/>
                    <a:ext cx="958098" cy="251372"/>
                  </a:xfrm>
                  <a:prstGeom prst="rect">
                    <a:avLst/>
                  </a:prstGeom>
                  <a:solidFill>
                    <a:srgbClr val="302C6A"/>
                  </a:solidFill>
                  <a:ln w="9525">
                    <a:solidFill>
                      <a:srgbClr val="BAE1FC"/>
                    </a:solidFill>
                  </a:ln>
                </p:spPr>
                <p:txBody>
                  <a:bodyPr/>
                  <a:lstStyle/>
                  <a:p>
                    <a:endParaRPr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86" name="rftxt3">
                    <a:extLst>
                      <a:ext uri="{FF2B5EF4-FFF2-40B4-BE49-F238E27FC236}">
                        <a16:creationId xmlns:a16="http://schemas.microsoft.com/office/drawing/2014/main" id="{D076DC85-E5A3-8516-B9FF-6FD45AF98947}"/>
                      </a:ext>
                    </a:extLst>
                  </p:cNvPr>
                  <p:cNvSpPr/>
                  <p:nvPr/>
                </p:nvSpPr>
                <p:spPr>
                  <a:xfrm>
                    <a:off x="4452037" y="2404338"/>
                    <a:ext cx="1027540" cy="2676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rtlCol="0" anchor="ctr">
                    <a:noAutofit/>
                  </a:bodyPr>
                  <a:lstStyle/>
                  <a:p>
                    <a:pPr marL="171450" indent="-171450" algn="l">
                      <a:buFont typeface="Arial" panose="020B0604020202020204" pitchFamily="34" charset="0"/>
                      <a:buChar char="•"/>
                    </a:pPr>
                    <a:r>
                      <a:rPr lang="en-US" sz="1000" b="1">
                        <a:solidFill>
                          <a:schemeClr val="bg1"/>
                        </a:solidFill>
                        <a:latin typeface="+mj-lt"/>
                      </a:rPr>
                      <a:t>turn_penalty</a:t>
                    </a:r>
                  </a:p>
                </p:txBody>
              </p:sp>
            </p:grpSp>
            <p:grpSp>
              <p:nvGrpSpPr>
                <p:cNvPr id="387" name="Group 386">
                  <a:extLst>
                    <a:ext uri="{FF2B5EF4-FFF2-40B4-BE49-F238E27FC236}">
                      <a16:creationId xmlns:a16="http://schemas.microsoft.com/office/drawing/2014/main" id="{62ABFFE0-5D0C-F0A5-2560-A137429AC2FB}"/>
                    </a:ext>
                  </a:extLst>
                </p:cNvPr>
                <p:cNvGrpSpPr/>
                <p:nvPr/>
              </p:nvGrpSpPr>
              <p:grpSpPr>
                <a:xfrm>
                  <a:off x="4413758" y="2619427"/>
                  <a:ext cx="1027540" cy="267610"/>
                  <a:chOff x="4452037" y="2404338"/>
                  <a:chExt cx="1027540" cy="267610"/>
                </a:xfrm>
              </p:grpSpPr>
              <p:sp>
                <p:nvSpPr>
                  <p:cNvPr id="388" name="rfcard3">
                    <a:extLst>
                      <a:ext uri="{FF2B5EF4-FFF2-40B4-BE49-F238E27FC236}">
                        <a16:creationId xmlns:a16="http://schemas.microsoft.com/office/drawing/2014/main" id="{0025B212-E488-FA4B-47C5-33A15B20638B}"/>
                      </a:ext>
                    </a:extLst>
                  </p:cNvPr>
                  <p:cNvSpPr/>
                  <p:nvPr/>
                </p:nvSpPr>
                <p:spPr>
                  <a:xfrm>
                    <a:off x="4460889" y="2417205"/>
                    <a:ext cx="958098" cy="251372"/>
                  </a:xfrm>
                  <a:prstGeom prst="rect">
                    <a:avLst/>
                  </a:prstGeom>
                  <a:solidFill>
                    <a:srgbClr val="302C6A"/>
                  </a:solidFill>
                  <a:ln w="9525">
                    <a:solidFill>
                      <a:srgbClr val="BAE1FC"/>
                    </a:solidFill>
                  </a:ln>
                </p:spPr>
                <p:txBody>
                  <a:bodyPr/>
                  <a:lstStyle/>
                  <a:p>
                    <a:endParaRPr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89" name="rftxt3">
                    <a:extLst>
                      <a:ext uri="{FF2B5EF4-FFF2-40B4-BE49-F238E27FC236}">
                        <a16:creationId xmlns:a16="http://schemas.microsoft.com/office/drawing/2014/main" id="{532ACEF8-F8CF-3274-4770-6056761419A1}"/>
                      </a:ext>
                    </a:extLst>
                  </p:cNvPr>
                  <p:cNvSpPr/>
                  <p:nvPr/>
                </p:nvSpPr>
                <p:spPr>
                  <a:xfrm>
                    <a:off x="4452037" y="2404338"/>
                    <a:ext cx="1027540" cy="2676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rtlCol="0" anchor="ctr">
                    <a:noAutofit/>
                  </a:bodyPr>
                  <a:lstStyle/>
                  <a:p>
                    <a:pPr marL="171450" indent="-171450" algn="l">
                      <a:buFont typeface="Arial" panose="020B0604020202020204" pitchFamily="34" charset="0"/>
                      <a:buChar char="•"/>
                    </a:pPr>
                    <a:r>
                      <a:rPr lang="en-US" sz="1000" b="1">
                        <a:solidFill>
                          <a:schemeClr val="bg1"/>
                        </a:solidFill>
                        <a:latin typeface="+mj-lt"/>
                      </a:rPr>
                      <a:t>smooth_lam</a:t>
                    </a:r>
                  </a:p>
                </p:txBody>
              </p:sp>
            </p:grpSp>
            <p:sp>
              <p:nvSpPr>
                <p:cNvPr id="398" name="Arrow: Right 397">
                  <a:extLst>
                    <a:ext uri="{FF2B5EF4-FFF2-40B4-BE49-F238E27FC236}">
                      <a16:creationId xmlns:a16="http://schemas.microsoft.com/office/drawing/2014/main" id="{0FFA78E9-C6D8-2B41-ABE4-B70F43344213}"/>
                    </a:ext>
                  </a:extLst>
                </p:cNvPr>
                <p:cNvSpPr/>
                <p:nvPr/>
              </p:nvSpPr>
              <p:spPr>
                <a:xfrm rot="10800000">
                  <a:off x="8831401" y="3054990"/>
                  <a:ext cx="492049" cy="72000"/>
                </a:xfrm>
                <a:prstGeom prst="right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0" name="Arrow: Right 409">
                  <a:extLst>
                    <a:ext uri="{FF2B5EF4-FFF2-40B4-BE49-F238E27FC236}">
                      <a16:creationId xmlns:a16="http://schemas.microsoft.com/office/drawing/2014/main" id="{6DBED25F-3F7D-7596-616F-BA1B209E6C5B}"/>
                    </a:ext>
                  </a:extLst>
                </p:cNvPr>
                <p:cNvSpPr/>
                <p:nvPr/>
              </p:nvSpPr>
              <p:spPr>
                <a:xfrm rot="1656325">
                  <a:off x="6539028" y="2855597"/>
                  <a:ext cx="612679" cy="87587"/>
                </a:xfrm>
                <a:prstGeom prst="right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5" name="Arrow: Right 414">
                  <a:extLst>
                    <a:ext uri="{FF2B5EF4-FFF2-40B4-BE49-F238E27FC236}">
                      <a16:creationId xmlns:a16="http://schemas.microsoft.com/office/drawing/2014/main" id="{124878B0-D264-3675-8A63-71BE7D4E0DF1}"/>
                    </a:ext>
                  </a:extLst>
                </p:cNvPr>
                <p:cNvSpPr/>
                <p:nvPr/>
              </p:nvSpPr>
              <p:spPr>
                <a:xfrm>
                  <a:off x="6553610" y="1450626"/>
                  <a:ext cx="492049" cy="72000"/>
                </a:xfrm>
                <a:prstGeom prst="right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7" name="Arrow: Right 416">
                  <a:extLst>
                    <a:ext uri="{FF2B5EF4-FFF2-40B4-BE49-F238E27FC236}">
                      <a16:creationId xmlns:a16="http://schemas.microsoft.com/office/drawing/2014/main" id="{218BA82F-39B2-D87F-F844-84D848DC971E}"/>
                    </a:ext>
                  </a:extLst>
                </p:cNvPr>
                <p:cNvSpPr/>
                <p:nvPr/>
              </p:nvSpPr>
              <p:spPr>
                <a:xfrm rot="10800000">
                  <a:off x="6559376" y="2349402"/>
                  <a:ext cx="492049" cy="72000"/>
                </a:xfrm>
                <a:prstGeom prst="right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56C3A79-ECFF-9D55-CE30-26F6B4A4D0ED}"/>
              </a:ext>
            </a:extLst>
          </p:cNvPr>
          <p:cNvGrpSpPr/>
          <p:nvPr/>
        </p:nvGrpSpPr>
        <p:grpSpPr>
          <a:xfrm>
            <a:off x="4216229" y="3764947"/>
            <a:ext cx="7715016" cy="2966082"/>
            <a:chOff x="4216229" y="3764947"/>
            <a:chExt cx="7715016" cy="2966082"/>
          </a:xfrm>
        </p:grpSpPr>
        <p:pic>
          <p:nvPicPr>
            <p:cNvPr id="618" name="Picture 617">
              <a:extLst>
                <a:ext uri="{FF2B5EF4-FFF2-40B4-BE49-F238E27FC236}">
                  <a16:creationId xmlns:a16="http://schemas.microsoft.com/office/drawing/2014/main" id="{3A75BAB6-B3B2-FA05-8B23-562A03D9C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8826" y="3775530"/>
              <a:ext cx="7712419" cy="2955499"/>
            </a:xfrm>
            <a:prstGeom prst="rect">
              <a:avLst/>
            </a:prstGeom>
          </p:spPr>
        </p:pic>
        <p:sp>
          <p:nvSpPr>
            <p:cNvPr id="427" name="Rectangle: Rounded Corners 426">
              <a:extLst>
                <a:ext uri="{FF2B5EF4-FFF2-40B4-BE49-F238E27FC236}">
                  <a16:creationId xmlns:a16="http://schemas.microsoft.com/office/drawing/2014/main" id="{F8DC75C5-EA3B-DD35-A8A1-10BB15C7C6B8}"/>
                </a:ext>
              </a:extLst>
            </p:cNvPr>
            <p:cNvSpPr/>
            <p:nvPr/>
          </p:nvSpPr>
          <p:spPr>
            <a:xfrm>
              <a:off x="4216229" y="3764947"/>
              <a:ext cx="7715016" cy="2946030"/>
            </a:xfrm>
            <a:prstGeom prst="roundRect">
              <a:avLst>
                <a:gd name="adj" fmla="val 2822"/>
              </a:avLst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692336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EE49E4-7FAD-147F-4CD6-3CC38F48A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">
            <a:extLst>
              <a:ext uri="{FF2B5EF4-FFF2-40B4-BE49-F238E27FC236}">
                <a16:creationId xmlns:a16="http://schemas.microsoft.com/office/drawing/2014/main" id="{FA6A4DC6-865D-CE39-B7EE-F666AB80CE0F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3" name="r">
            <a:extLst>
              <a:ext uri="{FF2B5EF4-FFF2-40B4-BE49-F238E27FC236}">
                <a16:creationId xmlns:a16="http://schemas.microsoft.com/office/drawing/2014/main" id="{ABCCB324-A258-1E86-04E4-74A1257201A6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">
            <a:extLst>
              <a:ext uri="{FF2B5EF4-FFF2-40B4-BE49-F238E27FC236}">
                <a16:creationId xmlns:a16="http://schemas.microsoft.com/office/drawing/2014/main" id="{AD94E9AF-A00E-8271-1B4E-76BE20090E7A}"/>
              </a:ext>
            </a:extLst>
          </p:cNvPr>
          <p:cNvSpPr/>
          <p:nvPr/>
        </p:nvSpPr>
        <p:spPr>
          <a:xfrm>
            <a:off x="278119" y="226693"/>
            <a:ext cx="5098214" cy="57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Bermudan Swaption Pricing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9AA28D5-616B-EF25-F11D-696A2AB79B6F}"/>
              </a:ext>
            </a:extLst>
          </p:cNvPr>
          <p:cNvSpPr/>
          <p:nvPr/>
        </p:nvSpPr>
        <p:spPr>
          <a:xfrm>
            <a:off x="470225" y="1603659"/>
            <a:ext cx="1239764" cy="39240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Interest Swap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D0742F-E928-C35D-21F2-6FE47ECC8418}"/>
              </a:ext>
            </a:extLst>
          </p:cNvPr>
          <p:cNvSpPr txBox="1"/>
          <p:nvPr/>
        </p:nvSpPr>
        <p:spPr>
          <a:xfrm>
            <a:off x="1796159" y="1544988"/>
            <a:ext cx="2175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Convert from a fixed to a floating interest rate or vice-versa</a:t>
            </a:r>
            <a:r>
              <a:rPr lang="en-US" sz="1200">
                <a:solidFill>
                  <a:prstClr val="black"/>
                </a:solidFill>
                <a:latin typeface="Calibri" panose="020F0502020204030204"/>
              </a:rPr>
              <a:t>.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76DB5D0-FBE7-019D-C2D1-6894C15CED98}"/>
              </a:ext>
            </a:extLst>
          </p:cNvPr>
          <p:cNvSpPr/>
          <p:nvPr/>
        </p:nvSpPr>
        <p:spPr>
          <a:xfrm>
            <a:off x="1726818" y="2288043"/>
            <a:ext cx="2244957" cy="507851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Floating rate = Benchmark(Eg- RBI Repo Rate) + Spread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E956F6-BC23-476E-6605-DF747E472984}"/>
              </a:ext>
            </a:extLst>
          </p:cNvPr>
          <p:cNvSpPr/>
          <p:nvPr/>
        </p:nvSpPr>
        <p:spPr>
          <a:xfrm>
            <a:off x="379257" y="1469299"/>
            <a:ext cx="3727593" cy="1513693"/>
          </a:xfrm>
          <a:prstGeom prst="rect">
            <a:avLst/>
          </a:prstGeom>
          <a:noFill/>
          <a:ln w="22225"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805F09E4-2CFB-7511-BCB3-936689BC8F5F}"/>
              </a:ext>
            </a:extLst>
          </p:cNvPr>
          <p:cNvGrpSpPr/>
          <p:nvPr/>
        </p:nvGrpSpPr>
        <p:grpSpPr>
          <a:xfrm>
            <a:off x="361956" y="3113999"/>
            <a:ext cx="4142064" cy="3234769"/>
            <a:chOff x="361956" y="3113999"/>
            <a:chExt cx="4142064" cy="3234769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8DB4E3C-4B7F-764E-5402-E48E70261F28}"/>
                </a:ext>
              </a:extLst>
            </p:cNvPr>
            <p:cNvSpPr/>
            <p:nvPr/>
          </p:nvSpPr>
          <p:spPr>
            <a:xfrm>
              <a:off x="379257" y="3562505"/>
              <a:ext cx="3727593" cy="772619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  <a:alpha val="4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European – Single exercise date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American – Continuous exercise period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Bermudan – Discrete exercise dates </a:t>
              </a: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23A3582-B4FA-DAB0-4939-72B9E0C11167}"/>
                </a:ext>
              </a:extLst>
            </p:cNvPr>
            <p:cNvSpPr txBox="1"/>
            <p:nvPr/>
          </p:nvSpPr>
          <p:spPr>
            <a:xfrm>
              <a:off x="1570920" y="3113999"/>
              <a:ext cx="1117672" cy="33855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Swaption</a:t>
              </a:r>
              <a:endPara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6A3D398-5B0C-DABB-729F-0144E853321E}"/>
                </a:ext>
              </a:extLst>
            </p:cNvPr>
            <p:cNvSpPr txBox="1"/>
            <p:nvPr/>
          </p:nvSpPr>
          <p:spPr>
            <a:xfrm>
              <a:off x="379257" y="4356995"/>
              <a:ext cx="379056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Payer Swaption – Reserves the right to pay fixed rate and receive floating rate</a:t>
              </a: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7118984-A697-A467-B1BE-F0313A73FB77}"/>
                </a:ext>
              </a:extLst>
            </p:cNvPr>
            <p:cNvSpPr txBox="1"/>
            <p:nvPr/>
          </p:nvSpPr>
          <p:spPr>
            <a:xfrm>
              <a:off x="1555222" y="5008097"/>
              <a:ext cx="1149068" cy="33855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Yield Curve</a:t>
              </a:r>
              <a:endParaRPr kumimoji="0" lang="en-I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B50F76E-3594-4272-E544-8E0112CECB22}"/>
                </a:ext>
              </a:extLst>
            </p:cNvPr>
            <p:cNvGrpSpPr/>
            <p:nvPr/>
          </p:nvGrpSpPr>
          <p:grpSpPr>
            <a:xfrm>
              <a:off x="361956" y="5553645"/>
              <a:ext cx="4142064" cy="795123"/>
              <a:chOff x="342838" y="5650372"/>
              <a:chExt cx="4142064" cy="79512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F6536F56-2F68-CDE6-60D8-62CCB741E38B}"/>
                  </a:ext>
                </a:extLst>
              </p:cNvPr>
              <p:cNvSpPr/>
              <p:nvPr/>
            </p:nvSpPr>
            <p:spPr>
              <a:xfrm>
                <a:off x="342838" y="5650372"/>
                <a:ext cx="1397162" cy="338554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  <a:alpha val="4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Discount Factor</a:t>
                </a:r>
                <a:endParaRPr kumimoji="0" lang="en-IN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5EAE4657-0D38-9A55-1E45-B0AB62DC355F}"/>
                      </a:ext>
                    </a:extLst>
                  </p:cNvPr>
                  <p:cNvSpPr txBox="1"/>
                  <p:nvPr/>
                </p:nvSpPr>
                <p:spPr>
                  <a:xfrm>
                    <a:off x="1846578" y="5705182"/>
                    <a:ext cx="1684564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IN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d>
                            <m:dPr>
                              <m:ctrlPr>
                                <a:rPr kumimoji="0" lang="en-IN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0,</m:t>
                              </m:r>
                              <m:r>
                                <a:rPr kumimoji="0" lang="en-IN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</m:d>
                          <m:r>
                            <a:rPr kumimoji="0" lang="en-IN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func>
                            <m:funcPr>
                              <m:ctrlPr>
                                <a:rPr kumimoji="0" lang="en-IN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IN" sz="1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IN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IN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IN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𝑟</m:t>
                                  </m:r>
                                  <m:d>
                                    <m:dPr>
                                      <m:ctrlPr>
                                        <a:rPr kumimoji="0" lang="en-IN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IN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𝑇</m:t>
                                      </m:r>
                                    </m:e>
                                  </m:d>
                                  <m:r>
                                    <a:rPr kumimoji="0" lang="en-IN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⋅</m:t>
                                  </m:r>
                                  <m:r>
                                    <a:rPr kumimoji="0" lang="en-IN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𝑇</m:t>
                                  </m:r>
                                </m:e>
                              </m:d>
                            </m:e>
                          </m:func>
                        </m:oMath>
                      </m:oMathPara>
                    </a14:m>
                    <a:endParaRPr kumimoji="0" lang="en-IN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5EAE4657-0D38-9A55-1E45-B0AB62DC35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46578" y="5705182"/>
                    <a:ext cx="1684564" cy="18466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812" b="-2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48E7E1B6-9B72-F33E-6D2B-226422AEFD0B}"/>
                      </a:ext>
                    </a:extLst>
                  </p:cNvPr>
                  <p:cNvSpPr txBox="1"/>
                  <p:nvPr/>
                </p:nvSpPr>
                <p:spPr>
                  <a:xfrm>
                    <a:off x="1685976" y="6055965"/>
                    <a:ext cx="2798926" cy="38953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IN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IN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0,</m:t>
                              </m:r>
                              <m:sSub>
                                <m:sSubPr>
                                  <m:ctrlPr>
                                    <a:rPr kumimoji="0" lang="en-IN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IN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kumimoji="0" lang="en-IN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kumimoji="0" lang="en-IN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=−</m:t>
                          </m:r>
                          <m:f>
                            <m:fPr>
                              <m:ctrlPr>
                                <a:rPr kumimoji="0" lang="en-IN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kumimoji="0" lang="en-IN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0" lang="en-IN" sz="1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kumimoji="0" lang="en-IN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kumimoji="0" lang="en-IN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IN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0,</m:t>
                                      </m:r>
                                      <m:sSub>
                                        <m:sSubPr>
                                          <m:ctrlPr>
                                            <a:rPr kumimoji="0" lang="en-IN" sz="1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IN" sz="1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kumimoji="0" lang="en-IN" sz="1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𝑖</m:t>
                                          </m:r>
                                          <m:r>
                                            <a:rPr kumimoji="0" lang="en-IN" sz="1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kumimoji="0" lang="en-IN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kumimoji="0" lang="en-IN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0" lang="en-IN" sz="1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kumimoji="0" lang="en-IN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kumimoji="0" lang="en-IN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IN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0,</m:t>
                                      </m:r>
                                      <m:sSub>
                                        <m:sSubPr>
                                          <m:ctrlPr>
                                            <a:rPr kumimoji="0" lang="en-IN" sz="1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IN" sz="1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kumimoji="0" lang="en-IN" sz="1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num>
                            <m:den>
                              <m:sSub>
                                <m:sSubPr>
                                  <m:ctrlPr>
                                    <a:rPr kumimoji="0" lang="en-IN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IN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kumimoji="0" lang="en-IN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  <m:r>
                                    <a:rPr kumimoji="0" lang="en-IN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kumimoji="0" lang="en-IN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0" lang="en-IN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IN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kumimoji="0" lang="en-IN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kumimoji="0" lang="en-IN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48E7E1B6-9B72-F33E-6D2B-226422AEFD0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5976" y="6055965"/>
                    <a:ext cx="2798926" cy="38953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1587"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B986B7BF-4238-80F3-8528-C6BD2A8F99F7}"/>
                  </a:ext>
                </a:extLst>
              </p:cNvPr>
              <p:cNvSpPr/>
              <p:nvPr/>
            </p:nvSpPr>
            <p:spPr>
              <a:xfrm>
                <a:off x="342838" y="6103271"/>
                <a:ext cx="1397162" cy="338554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  <a:alpha val="4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Forward Rate</a:t>
                </a:r>
                <a:endParaRPr kumimoji="0" lang="en-IN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05E6D48-E397-BB42-52E2-FE8B01A3D0D0}"/>
              </a:ext>
            </a:extLst>
          </p:cNvPr>
          <p:cNvSpPr/>
          <p:nvPr/>
        </p:nvSpPr>
        <p:spPr>
          <a:xfrm>
            <a:off x="275229" y="731927"/>
            <a:ext cx="4152889" cy="5997518"/>
          </a:xfrm>
          <a:prstGeom prst="roundRect">
            <a:avLst>
              <a:gd name="adj" fmla="val 1401"/>
            </a:avLst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56EA94A-BA00-5870-63DB-BCFA0C702B90}"/>
              </a:ext>
            </a:extLst>
          </p:cNvPr>
          <p:cNvSpPr/>
          <p:nvPr/>
        </p:nvSpPr>
        <p:spPr>
          <a:xfrm>
            <a:off x="135379" y="838594"/>
            <a:ext cx="2902479" cy="307176"/>
          </a:xfrm>
          <a:prstGeom prst="rect">
            <a:avLst/>
          </a:prstGeom>
          <a:solidFill>
            <a:srgbClr val="7030A0">
              <a:alpha val="2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rgbClr val="C00000"/>
                </a:solidFill>
              </a:rPr>
              <a:t>     01</a:t>
            </a:r>
            <a:r>
              <a:rPr lang="en-US"/>
              <a:t> </a:t>
            </a:r>
            <a:r>
              <a:rPr lang="en-US" sz="1600" b="1">
                <a:solidFill>
                  <a:schemeClr val="tx1"/>
                </a:solidFill>
              </a:rPr>
              <a:t>The problem</a:t>
            </a:r>
            <a:endParaRPr lang="en-IN" sz="1600" b="1">
              <a:solidFill>
                <a:schemeClr val="tx1"/>
              </a:solidFill>
            </a:endParaRPr>
          </a:p>
        </p:txBody>
      </p:sp>
      <p:sp>
        <p:nvSpPr>
          <p:cNvPr id="197" name="Right Triangle 196">
            <a:extLst>
              <a:ext uri="{FF2B5EF4-FFF2-40B4-BE49-F238E27FC236}">
                <a16:creationId xmlns:a16="http://schemas.microsoft.com/office/drawing/2014/main" id="{20DA9D52-335B-8D0E-D8FB-06FD78DECB5B}"/>
              </a:ext>
            </a:extLst>
          </p:cNvPr>
          <p:cNvSpPr/>
          <p:nvPr/>
        </p:nvSpPr>
        <p:spPr>
          <a:xfrm rot="10800000">
            <a:off x="134630" y="1145770"/>
            <a:ext cx="140597" cy="160300"/>
          </a:xfrm>
          <a:prstGeom prst="rtTriangle">
            <a:avLst/>
          </a:prstGeom>
          <a:solidFill>
            <a:srgbClr val="7030A0">
              <a:alpha val="2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CD7D9B5A-5867-F249-4337-7ED18F72ADC4}"/>
              </a:ext>
            </a:extLst>
          </p:cNvPr>
          <p:cNvGrpSpPr/>
          <p:nvPr/>
        </p:nvGrpSpPr>
        <p:grpSpPr>
          <a:xfrm>
            <a:off x="4533109" y="5657039"/>
            <a:ext cx="7523511" cy="1072406"/>
            <a:chOff x="4533109" y="5657039"/>
            <a:chExt cx="7523511" cy="1072406"/>
          </a:xfrm>
        </p:grpSpPr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8E6BCAD1-386F-D684-9BEA-5E866DE3F323}"/>
                </a:ext>
              </a:extLst>
            </p:cNvPr>
            <p:cNvGrpSpPr/>
            <p:nvPr/>
          </p:nvGrpSpPr>
          <p:grpSpPr>
            <a:xfrm>
              <a:off x="4534696" y="5657039"/>
              <a:ext cx="7521924" cy="1072406"/>
              <a:chOff x="9564847" y="2875921"/>
              <a:chExt cx="2426575" cy="3460290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B7F33B8-DAC4-B266-2092-E21AF471AE5B}"/>
                  </a:ext>
                </a:extLst>
              </p:cNvPr>
              <p:cNvSpPr txBox="1"/>
              <p:nvPr/>
            </p:nvSpPr>
            <p:spPr>
              <a:xfrm>
                <a:off x="9630832" y="4204566"/>
                <a:ext cx="2021151" cy="993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Vega – Bump each vol by +1 bp , recalibrate, reprice and compute the difference</a:t>
                </a:r>
                <a:endPara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0782834-1EE6-BB9B-46C3-220D1F689650}"/>
                  </a:ext>
                </a:extLst>
              </p:cNvPr>
              <p:cNvSpPr txBox="1"/>
              <p:nvPr/>
            </p:nvSpPr>
            <p:spPr>
              <a:xfrm>
                <a:off x="9630832" y="5021540"/>
                <a:ext cx="2165891" cy="993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Delta – Bump each zero rate by +1 bp , recalibrate, reprice and compute the difference</a:t>
                </a:r>
                <a:endPara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E040A676-E36F-B422-D271-EAF884446BB9}"/>
                  </a:ext>
                </a:extLst>
              </p:cNvPr>
              <p:cNvGrpSpPr/>
              <p:nvPr/>
            </p:nvGrpSpPr>
            <p:grpSpPr>
              <a:xfrm>
                <a:off x="9564847" y="2875921"/>
                <a:ext cx="2426575" cy="3460290"/>
                <a:chOff x="346620" y="748846"/>
                <a:chExt cx="3604772" cy="2579463"/>
              </a:xfrm>
            </p:grpSpPr>
            <p:sp>
              <p:nvSpPr>
                <p:cNvPr id="53" name="Rectangle: Rounded Corners 52">
                  <a:extLst>
                    <a:ext uri="{FF2B5EF4-FFF2-40B4-BE49-F238E27FC236}">
                      <a16:creationId xmlns:a16="http://schemas.microsoft.com/office/drawing/2014/main" id="{4A092034-FE84-6B83-6A5F-6F757BB0E29A}"/>
                    </a:ext>
                  </a:extLst>
                </p:cNvPr>
                <p:cNvSpPr/>
                <p:nvPr/>
              </p:nvSpPr>
              <p:spPr>
                <a:xfrm>
                  <a:off x="415315" y="748846"/>
                  <a:ext cx="3536077" cy="2579463"/>
                </a:xfrm>
                <a:prstGeom prst="roundRect">
                  <a:avLst>
                    <a:gd name="adj" fmla="val 2822"/>
                  </a:avLst>
                </a:prstGeom>
                <a:noFill/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08481A56-C240-A28C-DD8B-76B3BF7B64C1}"/>
                    </a:ext>
                  </a:extLst>
                </p:cNvPr>
                <p:cNvSpPr/>
                <p:nvPr/>
              </p:nvSpPr>
              <p:spPr>
                <a:xfrm>
                  <a:off x="346620" y="900337"/>
                  <a:ext cx="1061492" cy="700568"/>
                </a:xfrm>
                <a:prstGeom prst="rect">
                  <a:avLst/>
                </a:prstGeom>
                <a:solidFill>
                  <a:srgbClr val="7030A0">
                    <a:alpha val="26000"/>
                  </a:srgb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600">
                      <a:solidFill>
                        <a:srgbClr val="C00000"/>
                      </a:solidFill>
                    </a:rPr>
                    <a:t>     04</a:t>
                  </a:r>
                  <a:r>
                    <a:rPr lang="en-US"/>
                    <a:t> </a:t>
                  </a:r>
                  <a:r>
                    <a:rPr lang="en-US" sz="1600" b="1">
                      <a:solidFill>
                        <a:schemeClr val="tx1"/>
                      </a:solidFill>
                    </a:rPr>
                    <a:t>Vega/Delta</a:t>
                  </a:r>
                  <a:endParaRPr lang="en-IN" sz="1600" b="1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215" name="Right Triangle 214">
              <a:extLst>
                <a:ext uri="{FF2B5EF4-FFF2-40B4-BE49-F238E27FC236}">
                  <a16:creationId xmlns:a16="http://schemas.microsoft.com/office/drawing/2014/main" id="{AB84DED0-CDD6-6BEA-BEE8-1AD2747EF7A2}"/>
                </a:ext>
              </a:extLst>
            </p:cNvPr>
            <p:cNvSpPr/>
            <p:nvPr/>
          </p:nvSpPr>
          <p:spPr>
            <a:xfrm rot="10800000">
              <a:off x="4533109" y="6006544"/>
              <a:ext cx="142209" cy="156248"/>
            </a:xfrm>
            <a:prstGeom prst="rtTriangle">
              <a:avLst/>
            </a:prstGeom>
            <a:solidFill>
              <a:srgbClr val="7030A0">
                <a:alpha val="26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C677C8AE-D6C0-B793-BA51-DD9E73D8F59C}"/>
              </a:ext>
            </a:extLst>
          </p:cNvPr>
          <p:cNvGrpSpPr/>
          <p:nvPr/>
        </p:nvGrpSpPr>
        <p:grpSpPr>
          <a:xfrm>
            <a:off x="4769134" y="1916621"/>
            <a:ext cx="7104105" cy="468806"/>
            <a:chOff x="4769134" y="1916621"/>
            <a:chExt cx="7104105" cy="468806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AFED1F5E-2483-3DA1-2010-6D93F153BC4B}"/>
                </a:ext>
              </a:extLst>
            </p:cNvPr>
            <p:cNvSpPr/>
            <p:nvPr/>
          </p:nvSpPr>
          <p:spPr>
            <a:xfrm>
              <a:off x="7770216" y="1996059"/>
              <a:ext cx="851061" cy="276998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1200">
                  <a:solidFill>
                    <a:schemeClr val="tx1"/>
                  </a:solidFill>
                  <a:latin typeface="Calibri" panose="020F0502020204030204"/>
                </a:rPr>
                <a:t>Premiums</a:t>
              </a:r>
              <a:endParaRPr lang="en-IN" sz="1200">
                <a:solidFill>
                  <a:schemeClr val="tx1"/>
                </a:solidFill>
                <a:latin typeface="Calibri" panose="020F0502020204030204"/>
              </a:endParaRP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5F752898-DD3F-1B45-AB41-324B81982AE5}"/>
                </a:ext>
              </a:extLst>
            </p:cNvPr>
            <p:cNvSpPr/>
            <p:nvPr/>
          </p:nvSpPr>
          <p:spPr>
            <a:xfrm>
              <a:off x="4769134" y="1923312"/>
              <a:ext cx="1330775" cy="44738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Given European Swaptions</a:t>
              </a: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EngineArrow">
              <a:extLst>
                <a:ext uri="{FF2B5EF4-FFF2-40B4-BE49-F238E27FC236}">
                  <a16:creationId xmlns:a16="http://schemas.microsoft.com/office/drawing/2014/main" id="{98F9B1E3-BE32-7423-95C1-615A3523092F}"/>
                </a:ext>
              </a:extLst>
            </p:cNvPr>
            <p:cNvSpPr/>
            <p:nvPr/>
          </p:nvSpPr>
          <p:spPr>
            <a:xfrm rot="16200000">
              <a:off x="6185397" y="2051385"/>
              <a:ext cx="203200" cy="203200"/>
            </a:xfrm>
            <a:prstGeom prst="downArrow">
              <a:avLst/>
            </a:prstGeom>
            <a:solidFill>
              <a:srgbClr val="C8102E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D1CE931D-9EDC-9E6F-DB8B-5D73CFABAD81}"/>
                </a:ext>
              </a:extLst>
            </p:cNvPr>
            <p:cNvSpPr/>
            <p:nvPr/>
          </p:nvSpPr>
          <p:spPr>
            <a:xfrm>
              <a:off x="6501700" y="1916621"/>
              <a:ext cx="896108" cy="454071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Bachelier formula</a:t>
              </a: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EngineArrow">
              <a:extLst>
                <a:ext uri="{FF2B5EF4-FFF2-40B4-BE49-F238E27FC236}">
                  <a16:creationId xmlns:a16="http://schemas.microsoft.com/office/drawing/2014/main" id="{337F076D-F728-26BD-74D4-2FD9AEB8DD4A}"/>
                </a:ext>
              </a:extLst>
            </p:cNvPr>
            <p:cNvSpPr/>
            <p:nvPr/>
          </p:nvSpPr>
          <p:spPr>
            <a:xfrm rot="16200000">
              <a:off x="7488857" y="2044177"/>
              <a:ext cx="203200" cy="203200"/>
            </a:xfrm>
            <a:prstGeom prst="downArrow">
              <a:avLst/>
            </a:prstGeom>
            <a:solidFill>
              <a:srgbClr val="C8102E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EngineArrow">
              <a:extLst>
                <a:ext uri="{FF2B5EF4-FFF2-40B4-BE49-F238E27FC236}">
                  <a16:creationId xmlns:a16="http://schemas.microsoft.com/office/drawing/2014/main" id="{529D2DB8-872E-0634-03C5-0B3FAA6C2423}"/>
                </a:ext>
              </a:extLst>
            </p:cNvPr>
            <p:cNvSpPr/>
            <p:nvPr/>
          </p:nvSpPr>
          <p:spPr>
            <a:xfrm rot="16200000">
              <a:off x="8696398" y="2025816"/>
              <a:ext cx="203200" cy="203200"/>
            </a:xfrm>
            <a:prstGeom prst="downArrow">
              <a:avLst/>
            </a:prstGeom>
            <a:solidFill>
              <a:srgbClr val="C8102E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1E87DB17-36A6-D1FE-61AB-B65FF67E61D2}"/>
                </a:ext>
              </a:extLst>
            </p:cNvPr>
            <p:cNvSpPr/>
            <p:nvPr/>
          </p:nvSpPr>
          <p:spPr>
            <a:xfrm>
              <a:off x="8974718" y="1916621"/>
              <a:ext cx="1245492" cy="454071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Jamshidian Decomposition</a:t>
              </a: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EngineArrow">
              <a:extLst>
                <a:ext uri="{FF2B5EF4-FFF2-40B4-BE49-F238E27FC236}">
                  <a16:creationId xmlns:a16="http://schemas.microsoft.com/office/drawing/2014/main" id="{15A91126-97EC-3F51-590E-33468CB27063}"/>
                </a:ext>
              </a:extLst>
            </p:cNvPr>
            <p:cNvSpPr/>
            <p:nvPr/>
          </p:nvSpPr>
          <p:spPr>
            <a:xfrm rot="16200000">
              <a:off x="10357578" y="2028328"/>
              <a:ext cx="203200" cy="203200"/>
            </a:xfrm>
            <a:prstGeom prst="downArrow">
              <a:avLst/>
            </a:prstGeom>
            <a:solidFill>
              <a:srgbClr val="C8102E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B2D8083A-3D0F-9978-F56F-C193ED562399}"/>
                </a:ext>
              </a:extLst>
            </p:cNvPr>
            <p:cNvSpPr/>
            <p:nvPr/>
          </p:nvSpPr>
          <p:spPr>
            <a:xfrm>
              <a:off x="10627747" y="1920543"/>
              <a:ext cx="1245492" cy="46488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Calibration via optimizer</a:t>
              </a: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82743C93-50A7-7921-5D85-DE4AB380AEE9}"/>
              </a:ext>
            </a:extLst>
          </p:cNvPr>
          <p:cNvGrpSpPr/>
          <p:nvPr/>
        </p:nvGrpSpPr>
        <p:grpSpPr>
          <a:xfrm>
            <a:off x="4532491" y="713391"/>
            <a:ext cx="7524129" cy="1830570"/>
            <a:chOff x="4532491" y="713391"/>
            <a:chExt cx="7524129" cy="1830570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18D541C9-AA26-DA4C-BA65-CDA4795BB8C4}"/>
                </a:ext>
              </a:extLst>
            </p:cNvPr>
            <p:cNvSpPr/>
            <p:nvPr/>
          </p:nvSpPr>
          <p:spPr>
            <a:xfrm>
              <a:off x="4735356" y="1306070"/>
              <a:ext cx="2440636" cy="344696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46BE396B-AE3F-8446-52C1-A9E8084015D5}"/>
                </a:ext>
              </a:extLst>
            </p:cNvPr>
            <p:cNvGrpSpPr/>
            <p:nvPr/>
          </p:nvGrpSpPr>
          <p:grpSpPr>
            <a:xfrm>
              <a:off x="4532491" y="713391"/>
              <a:ext cx="7524129" cy="1830570"/>
              <a:chOff x="4532491" y="713391"/>
              <a:chExt cx="7524129" cy="1830570"/>
            </a:xfrm>
          </p:grpSpPr>
          <p:grpSp>
            <p:nvGrpSpPr>
              <p:cNvPr id="211" name="Group 210">
                <a:extLst>
                  <a:ext uri="{FF2B5EF4-FFF2-40B4-BE49-F238E27FC236}">
                    <a16:creationId xmlns:a16="http://schemas.microsoft.com/office/drawing/2014/main" id="{57CCE800-4F07-6BBA-4F89-E62FAEB76B00}"/>
                  </a:ext>
                </a:extLst>
              </p:cNvPr>
              <p:cNvGrpSpPr/>
              <p:nvPr/>
            </p:nvGrpSpPr>
            <p:grpSpPr>
              <a:xfrm>
                <a:off x="4532491" y="713391"/>
                <a:ext cx="7524129" cy="1830570"/>
                <a:chOff x="4532491" y="713391"/>
                <a:chExt cx="7524129" cy="183057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" name="TextBox 41">
                      <a:extLst>
                        <a:ext uri="{FF2B5EF4-FFF2-40B4-BE49-F238E27FC236}">
                          <a16:creationId xmlns:a16="http://schemas.microsoft.com/office/drawing/2014/main" id="{44D3E891-8906-D5A5-7A6E-B6332B8FA57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35356" y="1364826"/>
                      <a:ext cx="2395324" cy="21544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kumimoji="0" lang="en-IN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𝒅</m:t>
                            </m:r>
                            <m:sSub>
                              <m:sSubPr>
                                <m:ctrlPr>
                                  <a:rPr kumimoji="0" lang="en-IN" sz="1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IN" sz="1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kumimoji="0" lang="en-IN" sz="1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𝒕</m:t>
                                </m:r>
                              </m:sub>
                            </m:sSub>
                            <m:r>
                              <a:rPr kumimoji="0" lang="en-IN" sz="1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=</m:t>
                            </m:r>
                            <m:d>
                              <m:dPr>
                                <m:ctrlPr>
                                  <a:rPr kumimoji="0" lang="en-IN" sz="1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IN" sz="1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𝜽</m:t>
                                </m:r>
                                <m:d>
                                  <m:dPr>
                                    <m:ctrlPr>
                                      <a:rPr kumimoji="0" lang="en-IN" sz="14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14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𝒕</m:t>
                                    </m:r>
                                  </m:e>
                                </m:d>
                                <m:r>
                                  <a:rPr kumimoji="0" lang="en-IN" sz="1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IN" sz="1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𝒂</m:t>
                                </m:r>
                                <m:sSub>
                                  <m:sSubPr>
                                    <m:ctrlPr>
                                      <a:rPr kumimoji="0" lang="en-IN" sz="14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IN" sz="14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kumimoji="0" lang="en-IN" sz="14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𝒕</m:t>
                                    </m:r>
                                  </m:sub>
                                </m:sSub>
                              </m:e>
                            </m:d>
                            <m:r>
                              <a:rPr kumimoji="0" lang="en-IN" sz="1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𝒅𝒕</m:t>
                            </m:r>
                            <m:r>
                              <a:rPr kumimoji="0" lang="en-IN" sz="1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</m:t>
                            </m:r>
                            <m:r>
                              <a:rPr kumimoji="0" lang="en-IN" sz="1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𝝈</m:t>
                            </m:r>
                            <m:r>
                              <a:rPr kumimoji="0" lang="en-IN" sz="1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𝒅</m:t>
                            </m:r>
                            <m:sSub>
                              <m:sSubPr>
                                <m:ctrlPr>
                                  <a:rPr kumimoji="0" lang="en-IN" sz="1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IN" sz="1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kumimoji="0" lang="en-IN" sz="1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𝒕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IN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42" name="TextBox 41">
                      <a:extLst>
                        <a:ext uri="{FF2B5EF4-FFF2-40B4-BE49-F238E27FC236}">
                          <a16:creationId xmlns:a16="http://schemas.microsoft.com/office/drawing/2014/main" id="{44D3E891-8906-D5A5-7A6E-B6332B8FA57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35356" y="1364826"/>
                      <a:ext cx="2395324" cy="215444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509" r="-1018" b="-14286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5" name="Rectangle: Rounded Corners 14">
                  <a:extLst>
                    <a:ext uri="{FF2B5EF4-FFF2-40B4-BE49-F238E27FC236}">
                      <a16:creationId xmlns:a16="http://schemas.microsoft.com/office/drawing/2014/main" id="{A5C93080-DCBC-A651-FEE3-18533E543724}"/>
                    </a:ext>
                  </a:extLst>
                </p:cNvPr>
                <p:cNvSpPr/>
                <p:nvPr/>
              </p:nvSpPr>
              <p:spPr>
                <a:xfrm>
                  <a:off x="4683645" y="713391"/>
                  <a:ext cx="7372975" cy="1830570"/>
                </a:xfrm>
                <a:prstGeom prst="roundRect">
                  <a:avLst>
                    <a:gd name="adj" fmla="val 1401"/>
                  </a:avLst>
                </a:prstGeom>
                <a:noFill/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1" name="Rectangle 200">
                  <a:extLst>
                    <a:ext uri="{FF2B5EF4-FFF2-40B4-BE49-F238E27FC236}">
                      <a16:creationId xmlns:a16="http://schemas.microsoft.com/office/drawing/2014/main" id="{783DB000-F46B-D310-CB33-7117CE06C48B}"/>
                    </a:ext>
                  </a:extLst>
                </p:cNvPr>
                <p:cNvSpPr/>
                <p:nvPr/>
              </p:nvSpPr>
              <p:spPr>
                <a:xfrm>
                  <a:off x="4532492" y="810738"/>
                  <a:ext cx="2910893" cy="336634"/>
                </a:xfrm>
                <a:prstGeom prst="rect">
                  <a:avLst/>
                </a:prstGeom>
                <a:solidFill>
                  <a:srgbClr val="7030A0">
                    <a:alpha val="25882"/>
                  </a:srgb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600">
                      <a:solidFill>
                        <a:srgbClr val="C00000"/>
                      </a:solidFill>
                    </a:rPr>
                    <a:t>     02</a:t>
                  </a:r>
                  <a:r>
                    <a:rPr lang="en-US"/>
                    <a:t> </a:t>
                  </a:r>
                  <a:r>
                    <a:rPr lang="en-US" sz="1600" b="1">
                      <a:solidFill>
                        <a:schemeClr val="tx1"/>
                      </a:solidFill>
                    </a:rPr>
                    <a:t>The Hull-White model</a:t>
                  </a:r>
                  <a:endParaRPr lang="en-IN" sz="160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2" name="Right Triangle 211">
                  <a:extLst>
                    <a:ext uri="{FF2B5EF4-FFF2-40B4-BE49-F238E27FC236}">
                      <a16:creationId xmlns:a16="http://schemas.microsoft.com/office/drawing/2014/main" id="{8EBEFF59-DD7A-B39E-D87F-4585815E09E6}"/>
                    </a:ext>
                  </a:extLst>
                </p:cNvPr>
                <p:cNvSpPr/>
                <p:nvPr/>
              </p:nvSpPr>
              <p:spPr>
                <a:xfrm rot="10800000">
                  <a:off x="4532491" y="1153776"/>
                  <a:ext cx="151152" cy="184595"/>
                </a:xfrm>
                <a:prstGeom prst="rtTriangle">
                  <a:avLst/>
                </a:prstGeom>
                <a:solidFill>
                  <a:srgbClr val="7030A0">
                    <a:alpha val="26000"/>
                  </a:srgb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2A8A3F0A-85E5-E90F-1739-64D8C88401DF}"/>
                    </a:ext>
                  </a:extLst>
                </p:cNvPr>
                <p:cNvGrpSpPr/>
                <p:nvPr/>
              </p:nvGrpSpPr>
              <p:grpSpPr>
                <a:xfrm>
                  <a:off x="7321690" y="1303844"/>
                  <a:ext cx="4648971" cy="427843"/>
                  <a:chOff x="6805076" y="1315707"/>
                  <a:chExt cx="4822621" cy="494874"/>
                </a:xfrm>
              </p:grpSpPr>
              <p:sp>
                <p:nvSpPr>
                  <p:cNvPr id="2" name="Rectangle: Rounded Corners 1">
                    <a:extLst>
                      <a:ext uri="{FF2B5EF4-FFF2-40B4-BE49-F238E27FC236}">
                        <a16:creationId xmlns:a16="http://schemas.microsoft.com/office/drawing/2014/main" id="{C6012998-DDA1-9304-593D-46DB02AD5D5B}"/>
                      </a:ext>
                    </a:extLst>
                  </p:cNvPr>
                  <p:cNvSpPr/>
                  <p:nvPr/>
                </p:nvSpPr>
                <p:spPr>
                  <a:xfrm>
                    <a:off x="6805076" y="1315707"/>
                    <a:ext cx="4721560" cy="402581"/>
                  </a:xfrm>
                  <a:prstGeom prst="roundRect">
                    <a:avLst/>
                  </a:prstGeom>
                  <a:solidFill>
                    <a:schemeClr val="accent4">
                      <a:lumMod val="20000"/>
                      <a:lumOff val="80000"/>
                      <a:alpha val="4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D84A7A97-8E97-56BC-CA11-4905CAEF61CE}"/>
                      </a:ext>
                    </a:extLst>
                  </p:cNvPr>
                  <p:cNvSpPr txBox="1"/>
                  <p:nvPr/>
                </p:nvSpPr>
                <p:spPr>
                  <a:xfrm>
                    <a:off x="6854670" y="1348916"/>
                    <a:ext cx="1657705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/>
                      <a:t>a – reversion constant </a:t>
                    </a:r>
                  </a:p>
                  <a:p>
                    <a:endParaRPr lang="en-IN" sz="120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TextBox 17">
                        <a:extLst>
                          <a:ext uri="{FF2B5EF4-FFF2-40B4-BE49-F238E27FC236}">
                            <a16:creationId xmlns:a16="http://schemas.microsoft.com/office/drawing/2014/main" id="{153AF587-0118-D879-D154-1DE04326484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422455" y="1341343"/>
                        <a:ext cx="999202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lvl="0">
                          <a:defRPr/>
                        </a:pPr>
                        <a14:m>
                          <m:oMath xmlns:m="http://schemas.openxmlformats.org/officeDocument/2006/math">
                            <m:r>
                              <a:rPr lang="en-IN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oMath>
                        </a14:m>
                        <a:r>
                          <a:rPr lang="en-IN" sz="1200">
                            <a:solidFill>
                              <a:schemeClr val="tx1"/>
                            </a:solidFill>
                          </a:rPr>
                          <a:t> – volatility</a:t>
                        </a:r>
                      </a:p>
                    </p:txBody>
                  </p:sp>
                </mc:Choice>
                <mc:Fallback xmlns="">
                  <p:sp>
                    <p:nvSpPr>
                      <p:cNvPr id="18" name="TextBox 17">
                        <a:extLst>
                          <a:ext uri="{FF2B5EF4-FFF2-40B4-BE49-F238E27FC236}">
                            <a16:creationId xmlns:a16="http://schemas.microsoft.com/office/drawing/2014/main" id="{153AF587-0118-D879-D154-1DE04326484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422455" y="1341343"/>
                        <a:ext cx="999202" cy="276999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t="-2564" b="-3589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" name="TextBox 18">
                        <a:extLst>
                          <a:ext uri="{FF2B5EF4-FFF2-40B4-BE49-F238E27FC236}">
                            <a16:creationId xmlns:a16="http://schemas.microsoft.com/office/drawing/2014/main" id="{3789B885-A813-2092-9F28-D583D71A27F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436838" y="1358714"/>
                        <a:ext cx="979748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lvl="0">
                          <a:defRPr/>
                        </a:pPr>
                        <a14:m>
                          <m:oMath xmlns:m="http://schemas.openxmlformats.org/officeDocument/2006/math">
                            <m:r>
                              <a:rPr lang="en-IN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  <m:d>
                              <m:dPr>
                                <m:ctrlPr>
                                  <a:rPr lang="en-I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IN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oMath>
                        </a14:m>
                        <a:r>
                          <a:rPr lang="en-IN" sz="1200">
                            <a:solidFill>
                              <a:schemeClr val="tx1"/>
                            </a:solidFill>
                          </a:rPr>
                          <a:t> drift</a:t>
                        </a:r>
                      </a:p>
                    </p:txBody>
                  </p:sp>
                </mc:Choice>
                <mc:Fallback xmlns="">
                  <p:sp>
                    <p:nvSpPr>
                      <p:cNvPr id="19" name="TextBox 18">
                        <a:extLst>
                          <a:ext uri="{FF2B5EF4-FFF2-40B4-BE49-F238E27FC236}">
                            <a16:creationId xmlns:a16="http://schemas.microsoft.com/office/drawing/2014/main" id="{3789B885-A813-2092-9F28-D583D71A27F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436838" y="1358714"/>
                        <a:ext cx="979748" cy="276999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t="-2564" b="-3589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7" name="TextBox 26">
                        <a:extLst>
                          <a:ext uri="{FF2B5EF4-FFF2-40B4-BE49-F238E27FC236}">
                            <a16:creationId xmlns:a16="http://schemas.microsoft.com/office/drawing/2014/main" id="{18CFF92F-9B66-07B2-C764-73F86FFD29A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435855" y="1357129"/>
                        <a:ext cx="1191842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lvl="0">
                          <a:defRPr/>
                        </a:pPr>
                        <a14:m>
                          <m:oMath xmlns:m="http://schemas.openxmlformats.org/officeDocument/2006/math">
                            <m:r>
                              <a:rPr lang="en-IN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I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I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oMath>
                        </a14:m>
                        <a:r>
                          <a:rPr lang="en-IN" sz="1200">
                            <a:solidFill>
                              <a:schemeClr val="tx1"/>
                            </a:solidFill>
                          </a:rPr>
                          <a:t> -- </a:t>
                        </a:r>
                        <a:r>
                          <a:rPr lang="en-IN" sz="1200" i="1">
                            <a:solidFill>
                              <a:schemeClr val="tx1"/>
                            </a:solidFill>
                          </a:rPr>
                          <a:t>N</a:t>
                        </a:r>
                        <a:r>
                          <a:rPr lang="en-IN" sz="1200">
                            <a:solidFill>
                              <a:schemeClr val="tx1"/>
                            </a:solidFill>
                          </a:rPr>
                          <a:t>(0,dt)</a:t>
                        </a:r>
                      </a:p>
                    </p:txBody>
                  </p:sp>
                </mc:Choice>
                <mc:Fallback xmlns="">
                  <p:sp>
                    <p:nvSpPr>
                      <p:cNvPr id="27" name="TextBox 26">
                        <a:extLst>
                          <a:ext uri="{FF2B5EF4-FFF2-40B4-BE49-F238E27FC236}">
                            <a16:creationId xmlns:a16="http://schemas.microsoft.com/office/drawing/2014/main" id="{18CFF92F-9B66-07B2-C764-73F86FFD29A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435855" y="1357129"/>
                        <a:ext cx="1191842" cy="276999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 t="-2564" b="-3589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DC0A41C3-8E6A-B851-1C74-8289F42656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90252" y="1303844"/>
                <a:ext cx="0" cy="3554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AB811964-9613-2675-64A8-C25949708E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44054" y="1296389"/>
                <a:ext cx="0" cy="32600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FB28D78-6D61-A83D-29B4-FAB5F38561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2409" y="1296401"/>
                <a:ext cx="0" cy="36293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88A1585D-BFC1-0A79-CBEC-70BB0FD5A4BB}"/>
              </a:ext>
            </a:extLst>
          </p:cNvPr>
          <p:cNvGrpSpPr/>
          <p:nvPr/>
        </p:nvGrpSpPr>
        <p:grpSpPr>
          <a:xfrm>
            <a:off x="617998" y="2057309"/>
            <a:ext cx="752813" cy="650196"/>
            <a:chOff x="617998" y="2057309"/>
            <a:chExt cx="752813" cy="650196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BCDC27DB-F165-DC73-6E33-260A2EAADC3B}"/>
                </a:ext>
              </a:extLst>
            </p:cNvPr>
            <p:cNvSpPr/>
            <p:nvPr/>
          </p:nvSpPr>
          <p:spPr>
            <a:xfrm>
              <a:off x="634785" y="2370692"/>
              <a:ext cx="719624" cy="336813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EFC1D7E-0ACB-2B6F-4CB1-F451EAF89F01}"/>
                </a:ext>
              </a:extLst>
            </p:cNvPr>
            <p:cNvSpPr txBox="1"/>
            <p:nvPr/>
          </p:nvSpPr>
          <p:spPr>
            <a:xfrm>
              <a:off x="617998" y="2360453"/>
              <a:ext cx="7528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Option</a:t>
              </a:r>
              <a:endParaRPr kumimoji="0" lang="en-IN" sz="1400" b="0" i="0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Arrow: Right 58">
              <a:extLst>
                <a:ext uri="{FF2B5EF4-FFF2-40B4-BE49-F238E27FC236}">
                  <a16:creationId xmlns:a16="http://schemas.microsoft.com/office/drawing/2014/main" id="{2EE8581D-2766-08F1-614D-F67F6DA6C7A6}"/>
                </a:ext>
              </a:extLst>
            </p:cNvPr>
            <p:cNvSpPr/>
            <p:nvPr/>
          </p:nvSpPr>
          <p:spPr>
            <a:xfrm rot="16200000">
              <a:off x="865113" y="2073918"/>
              <a:ext cx="226055" cy="192838"/>
            </a:xfrm>
            <a:prstGeom prst="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CA0AB096-8BDB-51CA-A1C6-323CA18CF68D}"/>
              </a:ext>
            </a:extLst>
          </p:cNvPr>
          <p:cNvGrpSpPr/>
          <p:nvPr/>
        </p:nvGrpSpPr>
        <p:grpSpPr>
          <a:xfrm>
            <a:off x="4513396" y="2608278"/>
            <a:ext cx="7678604" cy="3119807"/>
            <a:chOff x="4513396" y="2608278"/>
            <a:chExt cx="7678604" cy="3119807"/>
          </a:xfrm>
        </p:grpSpPr>
        <p:pic>
          <p:nvPicPr>
            <p:cNvPr id="192" name="Picture 191">
              <a:extLst>
                <a:ext uri="{FF2B5EF4-FFF2-40B4-BE49-F238E27FC236}">
                  <a16:creationId xmlns:a16="http://schemas.microsoft.com/office/drawing/2014/main" id="{DB363696-38A4-C083-2DD8-7AE9A3DA1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13396" y="3623525"/>
              <a:ext cx="4472540" cy="1869649"/>
            </a:xfrm>
            <a:prstGeom prst="rect">
              <a:avLst/>
            </a:prstGeom>
          </p:spPr>
        </p:pic>
        <p:sp>
          <p:nvSpPr>
            <p:cNvPr id="198" name="Rectangle: Rounded Corners 197">
              <a:extLst>
                <a:ext uri="{FF2B5EF4-FFF2-40B4-BE49-F238E27FC236}">
                  <a16:creationId xmlns:a16="http://schemas.microsoft.com/office/drawing/2014/main" id="{0783924F-5964-6CDE-EB0A-FAB1F2EFD326}"/>
                </a:ext>
              </a:extLst>
            </p:cNvPr>
            <p:cNvSpPr/>
            <p:nvPr/>
          </p:nvSpPr>
          <p:spPr>
            <a:xfrm>
              <a:off x="9153099" y="3480656"/>
              <a:ext cx="1565773" cy="44159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  <a:alpha val="4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Trinomial Tree</a:t>
              </a: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9B48C9E2-2AD9-F6B1-01A4-75366DF5D8E0}"/>
                    </a:ext>
                  </a:extLst>
                </p:cNvPr>
                <p:cNvSpPr txBox="1"/>
                <p:nvPr/>
              </p:nvSpPr>
              <p:spPr>
                <a:xfrm>
                  <a:off x="4700226" y="3075050"/>
                  <a:ext cx="5992727" cy="19505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I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  <m:sSub>
                          <m:sSubPr>
                            <m:ctrlPr>
                              <a:rPr kumimoji="0" lang="en-I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I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kumimoji="0" lang="en-IN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cont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kumimoji="0" lang="en-I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I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kumimoji="0" lang="en-I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I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𝑗</m:t>
                            </m:r>
                          </m:e>
                        </m:d>
                        <m:r>
                          <a:rPr kumimoji="0" lang="en-I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sSup>
                          <m:sSupPr>
                            <m:ctrlPr>
                              <a:rPr kumimoji="0" lang="en-I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I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𝑒</m:t>
                            </m:r>
                          </m:e>
                          <m:sup>
                            <m:r>
                              <a:rPr kumimoji="0" lang="en-I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</m:t>
                                </m:r>
                                <m: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kumimoji="0" lang="en-IN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Δ</m:t>
                            </m:r>
                            <m:r>
                              <a:rPr kumimoji="0" lang="en-I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</m:t>
                            </m:r>
                          </m:sup>
                        </m:sSup>
                        <m:d>
                          <m:dPr>
                            <m:ctrlPr>
                              <a:rPr kumimoji="0" lang="en-I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𝑢</m:t>
                                </m:r>
                              </m:sub>
                            </m:sSub>
                            <m:r>
                              <a:rPr kumimoji="0" lang="en-I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⋅</m:t>
                            </m:r>
                            <m:r>
                              <a:rPr kumimoji="0" lang="en-I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𝑑𝑝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+1</m:t>
                                </m:r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𝑗</m:t>
                                </m:r>
                                <m: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+1</m:t>
                                </m:r>
                              </m:e>
                            </m:d>
                            <m:r>
                              <a:rPr kumimoji="0" lang="en-I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kumimoji="0" lang="en-I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⋅</m:t>
                            </m:r>
                            <m:r>
                              <a:rPr kumimoji="0" lang="en-I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𝑑𝑝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+1</m:t>
                                </m:r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𝑗</m:t>
                                </m:r>
                              </m:e>
                            </m:d>
                            <m:r>
                              <a:rPr kumimoji="0" lang="en-I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</m:t>
                                </m:r>
                              </m:sub>
                            </m:sSub>
                            <m:r>
                              <a:rPr kumimoji="0" lang="en-I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⋅</m:t>
                            </m:r>
                            <m:r>
                              <a:rPr kumimoji="0" lang="en-I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𝑑𝑝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+1</m:t>
                                </m:r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𝑗</m:t>
                                </m:r>
                                <m: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kumimoji="0" lang="en-IN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9B48C9E2-2AD9-F6B1-01A4-75366DF5D8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0226" y="3075050"/>
                  <a:ext cx="5992727" cy="195053"/>
                </a:xfrm>
                <a:prstGeom prst="rect">
                  <a:avLst/>
                </a:prstGeom>
                <a:blipFill>
                  <a:blip r:embed="rId11"/>
                  <a:stretch>
                    <a:fillRect b="-31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08260A09-5D0E-E022-BFF8-94244AEB9882}"/>
                    </a:ext>
                  </a:extLst>
                </p:cNvPr>
                <p:cNvSpPr txBox="1"/>
                <p:nvPr/>
              </p:nvSpPr>
              <p:spPr>
                <a:xfrm>
                  <a:off x="4837526" y="3370481"/>
                  <a:ext cx="2300823" cy="2127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IN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𝑑𝑝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0" lang="en-I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I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kumimoji="0" lang="en-I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I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𝑗</m:t>
                            </m:r>
                          </m:e>
                        </m:d>
                        <m:r>
                          <a:rPr kumimoji="0" lang="en-IN" sz="1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func>
                          <m:funcPr>
                            <m:ctrlPr>
                              <a:rPr kumimoji="0" lang="en-IN" sz="1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IN" sz="12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I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kumimoji="0" lang="en-IN" sz="12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IV</m:t>
                                    </m:r>
                                  </m:e>
                                  <m:sub>
                                    <m:r>
                                      <a:rPr kumimoji="0" lang="en-I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  <m:r>
                                      <a:rPr kumimoji="0" lang="en-I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r>
                                      <a:rPr kumimoji="0" lang="en-I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 </m:t>
                                </m:r>
                                <m:r>
                                  <a:rPr kumimoji="0" lang="en-IN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kumimoji="0" lang="en-I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I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kumimoji="0" lang="en-IN" sz="12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cont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I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e>
                                </m:d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I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𝑗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oMath>
                    </m:oMathPara>
                  </a14:m>
                  <a:endParaRPr kumimoji="0" lang="en-IN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08260A09-5D0E-E022-BFF8-94244AEB9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526" y="3370481"/>
                  <a:ext cx="2300823" cy="212751"/>
                </a:xfrm>
                <a:prstGeom prst="rect">
                  <a:avLst/>
                </a:prstGeom>
                <a:blipFill>
                  <a:blip r:embed="rId12"/>
                  <a:stretch>
                    <a:fillRect l="-1857" b="-2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5583EFA-0AEA-414C-4E9E-856C845EA767}"/>
                </a:ext>
              </a:extLst>
            </p:cNvPr>
            <p:cNvGrpSpPr/>
            <p:nvPr/>
          </p:nvGrpSpPr>
          <p:grpSpPr>
            <a:xfrm>
              <a:off x="4533108" y="2608278"/>
              <a:ext cx="7523512" cy="2920352"/>
              <a:chOff x="349606" y="748846"/>
              <a:chExt cx="3601786" cy="2872598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737D3B36-71D5-7A11-EAE4-FCA03108DA05}"/>
                  </a:ext>
                </a:extLst>
              </p:cNvPr>
              <p:cNvSpPr/>
              <p:nvPr/>
            </p:nvSpPr>
            <p:spPr>
              <a:xfrm>
                <a:off x="415315" y="748846"/>
                <a:ext cx="3536077" cy="2872598"/>
              </a:xfrm>
              <a:prstGeom prst="roundRect">
                <a:avLst>
                  <a:gd name="adj" fmla="val 2822"/>
                </a:avLst>
              </a:prstGeom>
              <a:no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4C39D8F-3FD2-0A72-CE78-BF533584C2ED}"/>
                  </a:ext>
                </a:extLst>
              </p:cNvPr>
              <p:cNvSpPr/>
              <p:nvPr/>
            </p:nvSpPr>
            <p:spPr>
              <a:xfrm>
                <a:off x="349607" y="813652"/>
                <a:ext cx="1711922" cy="265998"/>
              </a:xfrm>
              <a:prstGeom prst="rect">
                <a:avLst/>
              </a:prstGeom>
              <a:solidFill>
                <a:srgbClr val="7030A0">
                  <a:alpha val="26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>
                    <a:solidFill>
                      <a:srgbClr val="C00000"/>
                    </a:solidFill>
                  </a:rPr>
                  <a:t>     03</a:t>
                </a:r>
                <a:r>
                  <a:rPr lang="en-US"/>
                  <a:t> </a:t>
                </a:r>
                <a:r>
                  <a:rPr lang="en-US" sz="1600" b="1">
                    <a:solidFill>
                      <a:schemeClr val="tx1"/>
                    </a:solidFill>
                  </a:rPr>
                  <a:t>Pricing the Bermudan Swaption</a:t>
                </a:r>
                <a:endParaRPr lang="en-IN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ight Triangle 11">
                <a:extLst>
                  <a:ext uri="{FF2B5EF4-FFF2-40B4-BE49-F238E27FC236}">
                    <a16:creationId xmlns:a16="http://schemas.microsoft.com/office/drawing/2014/main" id="{35B0AFA7-6BE5-36DB-DFEE-F9A593ECC125}"/>
                  </a:ext>
                </a:extLst>
              </p:cNvPr>
              <p:cNvSpPr/>
              <p:nvPr/>
            </p:nvSpPr>
            <p:spPr>
              <a:xfrm rot="10800000">
                <a:off x="349606" y="1077792"/>
                <a:ext cx="64147" cy="187878"/>
              </a:xfrm>
              <a:prstGeom prst="rtTriangle">
                <a:avLst/>
              </a:prstGeom>
              <a:solidFill>
                <a:srgbClr val="7030A0">
                  <a:alpha val="26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35F5721C-BFB0-D5CD-CB51-DFCE548EF364}"/>
                </a:ext>
              </a:extLst>
            </p:cNvPr>
            <p:cNvSpPr txBox="1"/>
            <p:nvPr/>
          </p:nvSpPr>
          <p:spPr>
            <a:xfrm>
              <a:off x="9142903" y="4989421"/>
              <a:ext cx="282775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/>
                <a:t>Increase number of transitions. (pentanomial)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ED0A7616-7E56-A0F3-C1E5-EA37E8A55F93}"/>
                    </a:ext>
                  </a:extLst>
                </p:cNvPr>
                <p:cNvSpPr txBox="1"/>
                <p:nvPr/>
              </p:nvSpPr>
              <p:spPr>
                <a:xfrm>
                  <a:off x="9112884" y="3958296"/>
                  <a:ext cx="3079116" cy="3250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IN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0" lang="en-IN" sz="1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IV</m:t>
                          </m:r>
                        </m:e>
                        <m:sub>
                          <m:r>
                            <a:rPr kumimoji="0" lang="en-IN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0" lang="en-IN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0" lang="en-IN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kumimoji="0" lang="en-US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kumimoji="0" lang="en-US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computed</m:t>
                      </m:r>
                      <m:r>
                        <a:rPr kumimoji="0" lang="en-US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by</m:t>
                      </m:r>
                      <m:r>
                        <a:rPr kumimoji="0" lang="en-US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Hull</m:t>
                      </m:r>
                      <m:r>
                        <a:rPr kumimoji="0" lang="en-US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kumimoji="0" lang="en-US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White</m:t>
                      </m:r>
                      <m:r>
                        <a:rPr kumimoji="0" lang="en-US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IN" sz="1400" dirty="0"/>
                </a:p>
              </p:txBody>
            </p:sp>
          </mc:Choice>
          <mc:Fallback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ED0A7616-7E56-A0F3-C1E5-EA37E8A55F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12884" y="3958296"/>
                  <a:ext cx="3079116" cy="325089"/>
                </a:xfrm>
                <a:prstGeom prst="rect">
                  <a:avLst/>
                </a:prstGeom>
                <a:blipFill>
                  <a:blip r:embed="rId13"/>
                  <a:stretch>
                    <a:fillRect l="-396" b="-740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7564F1FC-26EC-D080-1617-3523FC6B2445}"/>
                </a:ext>
              </a:extLst>
            </p:cNvPr>
            <p:cNvSpPr txBox="1"/>
            <p:nvPr/>
          </p:nvSpPr>
          <p:spPr>
            <a:xfrm>
              <a:off x="9121211" y="4283385"/>
              <a:ext cx="304909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Transition probabilities are computed by using the reversion constant.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51275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22" grpId="0" animBg="1"/>
      <p:bldP spid="23" grpId="0" animBg="1"/>
      <p:bldP spid="13" grpId="0" animBg="1"/>
      <p:bldP spid="61" grpId="0" animBg="1"/>
      <p:bldP spid="19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</TotalTime>
  <Words>583</Words>
  <Application>Microsoft Office PowerPoint</Application>
  <PresentationFormat>Widescreen</PresentationFormat>
  <Paragraphs>120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DM Sans Medium</vt:lpstr>
      <vt:lpstr>Georgia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Sarvesh Joshi</dc:creator>
  <cp:lastModifiedBy>Sarvesh Joshi</cp:lastModifiedBy>
  <cp:revision>2</cp:revision>
  <dcterms:created xsi:type="dcterms:W3CDTF">2026-06-13T15:24:25Z</dcterms:created>
  <dcterms:modified xsi:type="dcterms:W3CDTF">2026-06-16T17:52:15Z</dcterms:modified>
</cp:coreProperties>
</file>